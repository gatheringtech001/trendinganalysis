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3096a834f4f6c" /><Relationship Type="http://schemas.openxmlformats.org/officeDocument/2006/relationships/extended-properties" Target="/docProps/app.xml" Id="Rf9df627c7733440d" /><Relationship Type="http://schemas.openxmlformats.org/officeDocument/2006/relationships/officeDocument" Target="/ppt/presentation.xml" Id="R76d79573c07044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4ec16cb4c64f48"/>
  </p:sldMasterIdLst>
  <p:notesMasterIdLst>
    <p:notesMasterId xmlns:r="http://schemas.openxmlformats.org/officeDocument/2006/relationships" r:id="R2030001723a14c87"/>
  </p:notesMasterIdLst>
  <p:sldIdLst>
    <p:sldId xmlns:r="http://schemas.openxmlformats.org/officeDocument/2006/relationships" id="256" r:id="Rf1b37f5d95f24a7d"/>
    <p:sldId xmlns:r="http://schemas.openxmlformats.org/officeDocument/2006/relationships" id="257" r:id="R28a848632b10463c"/>
    <p:sldId xmlns:r="http://schemas.openxmlformats.org/officeDocument/2006/relationships" id="258" r:id="R22c57a82c57f4ba0"/>
    <p:sldId xmlns:r="http://schemas.openxmlformats.org/officeDocument/2006/relationships" id="259" r:id="R271be67e1494467e"/>
    <p:sldId xmlns:r="http://schemas.openxmlformats.org/officeDocument/2006/relationships" id="260" r:id="R983ba873610d4988"/>
    <p:sldId xmlns:r="http://schemas.openxmlformats.org/officeDocument/2006/relationships" id="261" r:id="R9d7d8f77ea4245e1"/>
    <p:sldId xmlns:r="http://schemas.openxmlformats.org/officeDocument/2006/relationships" id="262" r:id="R1e07f94ff2fc4533"/>
    <p:sldId xmlns:r="http://schemas.openxmlformats.org/officeDocument/2006/relationships" id="263" r:id="R9a4c7d8f47354a5e"/>
    <p:sldId xmlns:r="http://schemas.openxmlformats.org/officeDocument/2006/relationships" id="264" r:id="Ra0188112b6c44852"/>
    <p:sldId xmlns:r="http://schemas.openxmlformats.org/officeDocument/2006/relationships" id="265" r:id="R5004596bbd574346"/>
    <p:sldId xmlns:r="http://schemas.openxmlformats.org/officeDocument/2006/relationships" id="266" r:id="R13a53f540f944894"/>
    <p:sldId xmlns:r="http://schemas.openxmlformats.org/officeDocument/2006/relationships" id="267" r:id="Read3aae903584e2f"/>
    <p:sldId xmlns:r="http://schemas.openxmlformats.org/officeDocument/2006/relationships" id="268" r:id="Rcc63379ef2374c0e"/>
    <p:sldId xmlns:r="http://schemas.openxmlformats.org/officeDocument/2006/relationships" id="269" r:id="R7d64775561804f27"/>
    <p:sldId xmlns:r="http://schemas.openxmlformats.org/officeDocument/2006/relationships" id="270" r:id="Rbb9a91950b094b8f"/>
    <p:sldId xmlns:r="http://schemas.openxmlformats.org/officeDocument/2006/relationships" id="271" r:id="R3e2d709db69b4616"/>
    <p:sldId xmlns:r="http://schemas.openxmlformats.org/officeDocument/2006/relationships" id="272" r:id="R680161817a6b44bc"/>
    <p:sldId xmlns:r="http://schemas.openxmlformats.org/officeDocument/2006/relationships" id="273" r:id="R270ad8fbab1d43ce"/>
    <p:sldId xmlns:r="http://schemas.openxmlformats.org/officeDocument/2006/relationships" id="274" r:id="Ra917ad851d824c34"/>
    <p:sldId xmlns:r="http://schemas.openxmlformats.org/officeDocument/2006/relationships" id="275" r:id="R2da689cbb1bf4dff"/>
    <p:sldId xmlns:r="http://schemas.openxmlformats.org/officeDocument/2006/relationships" id="276" r:id="R5d6a3f9b38134134"/>
    <p:sldId xmlns:r="http://schemas.openxmlformats.org/officeDocument/2006/relationships" id="277" r:id="R9058e71252d449d2"/>
    <p:sldId xmlns:r="http://schemas.openxmlformats.org/officeDocument/2006/relationships" id="278" r:id="Rb01da728e18d4db0"/>
    <p:sldId xmlns:r="http://schemas.openxmlformats.org/officeDocument/2006/relationships" id="279" r:id="R6b51994c34094063"/>
    <p:sldId xmlns:r="http://schemas.openxmlformats.org/officeDocument/2006/relationships" id="280" r:id="R91f1be75cd9146b4"/>
    <p:sldId xmlns:r="http://schemas.openxmlformats.org/officeDocument/2006/relationships" id="281" r:id="R5f04df34d5d54841"/>
    <p:sldId xmlns:r="http://schemas.openxmlformats.org/officeDocument/2006/relationships" id="282" r:id="R7c788534f91443d7"/>
    <p:sldId xmlns:r="http://schemas.openxmlformats.org/officeDocument/2006/relationships" id="283" r:id="Rfc76f8814ec940d0"/>
    <p:sldId xmlns:r="http://schemas.openxmlformats.org/officeDocument/2006/relationships" id="284" r:id="R3d0e5dd9693146f5"/>
    <p:sldId xmlns:r="http://schemas.openxmlformats.org/officeDocument/2006/relationships" id="285" r:id="R9ab3ed8c60674768"/>
    <p:sldId xmlns:r="http://schemas.openxmlformats.org/officeDocument/2006/relationships" id="286" r:id="R8838e57cb2ba42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5fdae782c44d6" /><Relationship Type="http://schemas.openxmlformats.org/officeDocument/2006/relationships/slideMaster" Target="/ppt/slideMasters/slideMaster1.xml" Id="Rd14ec16cb4c64f48" /><Relationship Type="http://schemas.openxmlformats.org/officeDocument/2006/relationships/notesMaster" Target="/ppt/notesMasters/notesMaster1.xml" Id="R2030001723a14c87" /><Relationship Type="http://schemas.openxmlformats.org/officeDocument/2006/relationships/presProps" Target="/ppt/presProps.xml" Id="R108d5f79d60841f1" /><Relationship Type="http://schemas.openxmlformats.org/officeDocument/2006/relationships/tableStyles" Target="/ppt/tableStyles.xml" Id="Ra5afa5620ab145df" /><Relationship Type="http://schemas.openxmlformats.org/officeDocument/2006/relationships/slide" Target="/ppt/slides/slide1.xml" Id="Rf1b37f5d95f24a7d" /><Relationship Type="http://schemas.openxmlformats.org/officeDocument/2006/relationships/slide" Target="/ppt/slides/slide2.xml" Id="R28a848632b10463c" /><Relationship Type="http://schemas.openxmlformats.org/officeDocument/2006/relationships/slide" Target="/ppt/slides/slide3.xml" Id="R22c57a82c57f4ba0" /><Relationship Type="http://schemas.openxmlformats.org/officeDocument/2006/relationships/slide" Target="/ppt/slides/slide4.xml" Id="R271be67e1494467e" /><Relationship Type="http://schemas.openxmlformats.org/officeDocument/2006/relationships/slide" Target="/ppt/slides/slide5.xml" Id="R983ba873610d4988" /><Relationship Type="http://schemas.openxmlformats.org/officeDocument/2006/relationships/slide" Target="/ppt/slides/slide6.xml" Id="R9d7d8f77ea4245e1" /><Relationship Type="http://schemas.openxmlformats.org/officeDocument/2006/relationships/slide" Target="/ppt/slides/slide7.xml" Id="R1e07f94ff2fc4533" /><Relationship Type="http://schemas.openxmlformats.org/officeDocument/2006/relationships/slide" Target="/ppt/slides/slide8.xml" Id="R9a4c7d8f47354a5e" /><Relationship Type="http://schemas.openxmlformats.org/officeDocument/2006/relationships/slide" Target="/ppt/slides/slide9.xml" Id="Ra0188112b6c44852" /><Relationship Type="http://schemas.openxmlformats.org/officeDocument/2006/relationships/slide" Target="/ppt/slides/slide10.xml" Id="R5004596bbd574346" /><Relationship Type="http://schemas.openxmlformats.org/officeDocument/2006/relationships/slide" Target="/ppt/slides/slide11.xml" Id="R13a53f540f944894" /><Relationship Type="http://schemas.openxmlformats.org/officeDocument/2006/relationships/slide" Target="/ppt/slides/slide12.xml" Id="Read3aae903584e2f" /><Relationship Type="http://schemas.openxmlformats.org/officeDocument/2006/relationships/slide" Target="/ppt/slides/slide13.xml" Id="Rcc63379ef2374c0e" /><Relationship Type="http://schemas.openxmlformats.org/officeDocument/2006/relationships/slide" Target="/ppt/slides/slide14.xml" Id="R7d64775561804f27" /><Relationship Type="http://schemas.openxmlformats.org/officeDocument/2006/relationships/slide" Target="/ppt/slides/slide15.xml" Id="Rbb9a91950b094b8f" /><Relationship Type="http://schemas.openxmlformats.org/officeDocument/2006/relationships/slide" Target="/ppt/slides/slide16.xml" Id="R3e2d709db69b4616" /><Relationship Type="http://schemas.openxmlformats.org/officeDocument/2006/relationships/slide" Target="/ppt/slides/slide17.xml" Id="R680161817a6b44bc" /><Relationship Type="http://schemas.openxmlformats.org/officeDocument/2006/relationships/slide" Target="/ppt/slides/slide18.xml" Id="R270ad8fbab1d43ce" /><Relationship Type="http://schemas.openxmlformats.org/officeDocument/2006/relationships/slide" Target="/ppt/slides/slide19.xml" Id="Ra917ad851d824c34" /><Relationship Type="http://schemas.openxmlformats.org/officeDocument/2006/relationships/slide" Target="/ppt/slides/slide20.xml" Id="R2da689cbb1bf4dff" /><Relationship Type="http://schemas.openxmlformats.org/officeDocument/2006/relationships/slide" Target="/ppt/slides/slide21.xml" Id="R5d6a3f9b38134134" /><Relationship Type="http://schemas.openxmlformats.org/officeDocument/2006/relationships/slide" Target="/ppt/slides/slide22.xml" Id="R9058e71252d449d2" /><Relationship Type="http://schemas.openxmlformats.org/officeDocument/2006/relationships/slide" Target="/ppt/slides/slide23.xml" Id="Rb01da728e18d4db0" /><Relationship Type="http://schemas.openxmlformats.org/officeDocument/2006/relationships/slide" Target="/ppt/slides/slide24.xml" Id="R6b51994c34094063" /><Relationship Type="http://schemas.openxmlformats.org/officeDocument/2006/relationships/slide" Target="/ppt/slides/slide25.xml" Id="R91f1be75cd9146b4" /><Relationship Type="http://schemas.openxmlformats.org/officeDocument/2006/relationships/slide" Target="/ppt/slides/slide26.xml" Id="R5f04df34d5d54841" /><Relationship Type="http://schemas.openxmlformats.org/officeDocument/2006/relationships/slide" Target="/ppt/slides/slide27.xml" Id="R7c788534f91443d7" /><Relationship Type="http://schemas.openxmlformats.org/officeDocument/2006/relationships/slide" Target="/ppt/slides/slide28.xml" Id="Rfc76f8814ec940d0" /><Relationship Type="http://schemas.openxmlformats.org/officeDocument/2006/relationships/slide" Target="/ppt/slides/slide29.xml" Id="R3d0e5dd9693146f5" /><Relationship Type="http://schemas.openxmlformats.org/officeDocument/2006/relationships/slide" Target="/ppt/slides/slide30.xml" Id="R9ab3ed8c60674768" /><Relationship Type="http://schemas.openxmlformats.org/officeDocument/2006/relationships/slide" Target="/ppt/slides/slide31.xml" Id="R8838e57cb2ba42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612686009c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fc0045c014cf8" /><Relationship Type="http://schemas.openxmlformats.org/officeDocument/2006/relationships/notesMaster" Target="/ppt/notesMasters/notesMaster1.xml" Id="R74b59c5ef0c5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a86a2acc34f05" /><Relationship Type="http://schemas.openxmlformats.org/officeDocument/2006/relationships/notesMaster" Target="/ppt/notesMasters/notesMaster1.xml" Id="R47ed52351d6d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56535fd6184f46" /><Relationship Type="http://schemas.openxmlformats.org/officeDocument/2006/relationships/notesMaster" Target="/ppt/notesMasters/notesMaster1.xml" Id="R16ccb03d9bac44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c2a11cf9e4998" /><Relationship Type="http://schemas.openxmlformats.org/officeDocument/2006/relationships/notesMaster" Target="/ppt/notesMasters/notesMaster1.xml" Id="R036528f4de7a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015d5df7704a3a" /><Relationship Type="http://schemas.openxmlformats.org/officeDocument/2006/relationships/notesMaster" Target="/ppt/notesMasters/notesMaster1.xml" Id="R7f0297a0b8eb4d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a0d97905b74ef0" /><Relationship Type="http://schemas.openxmlformats.org/officeDocument/2006/relationships/notesMaster" Target="/ppt/notesMasters/notesMaster1.xml" Id="R2dd9355e335f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7d72603304ea1" /><Relationship Type="http://schemas.openxmlformats.org/officeDocument/2006/relationships/notesMaster" Target="/ppt/notesMasters/notesMaster1.xml" Id="R68d6933462cd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6384b4b3d84760" /><Relationship Type="http://schemas.openxmlformats.org/officeDocument/2006/relationships/notesMaster" Target="/ppt/notesMasters/notesMaster1.xml" Id="R71722a94938e4d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73badc88a94ea8" /><Relationship Type="http://schemas.openxmlformats.org/officeDocument/2006/relationships/notesMaster" Target="/ppt/notesMasters/notesMaster1.xml" Id="R642c1706f64f47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e35cc40c73490d" /><Relationship Type="http://schemas.openxmlformats.org/officeDocument/2006/relationships/notesMaster" Target="/ppt/notesMasters/notesMaster1.xml" Id="Rca93975864ff46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b21332699341e0" /><Relationship Type="http://schemas.openxmlformats.org/officeDocument/2006/relationships/notesMaster" Target="/ppt/notesMasters/notesMaster1.xml" Id="R0b3f6a5ee97d4f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ff19dd18b34bb0" /><Relationship Type="http://schemas.openxmlformats.org/officeDocument/2006/relationships/notesMaster" Target="/ppt/notesMasters/notesMaster1.xml" Id="R26bed93dd5cb4d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efd5db5df24af3" /><Relationship Type="http://schemas.openxmlformats.org/officeDocument/2006/relationships/notesMaster" Target="/ppt/notesMasters/notesMaster1.xml" Id="R292e512c6d3240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dd4dc84ea34b83" /><Relationship Type="http://schemas.openxmlformats.org/officeDocument/2006/relationships/notesMaster" Target="/ppt/notesMasters/notesMaster1.xml" Id="Rbd4c33fb7bfc47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34b9d3465d4a61" /><Relationship Type="http://schemas.openxmlformats.org/officeDocument/2006/relationships/notesMaster" Target="/ppt/notesMasters/notesMaster1.xml" Id="R0e073f4fba1142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02a3001d3748a3" /><Relationship Type="http://schemas.openxmlformats.org/officeDocument/2006/relationships/notesMaster" Target="/ppt/notesMasters/notesMaster1.xml" Id="R587587a2b9ef4d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56d0a512e441d2" /><Relationship Type="http://schemas.openxmlformats.org/officeDocument/2006/relationships/notesMaster" Target="/ppt/notesMasters/notesMaster1.xml" Id="R845d2c9810e448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ff63ece8e74ce5" /><Relationship Type="http://schemas.openxmlformats.org/officeDocument/2006/relationships/notesMaster" Target="/ppt/notesMasters/notesMaster1.xml" Id="R315a007d0fd14e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c02d98dcf74d6c" /><Relationship Type="http://schemas.openxmlformats.org/officeDocument/2006/relationships/notesMaster" Target="/ppt/notesMasters/notesMaster1.xml" Id="Ra5baf33dcb0944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718f6cf6c84ea4" /><Relationship Type="http://schemas.openxmlformats.org/officeDocument/2006/relationships/notesMaster" Target="/ppt/notesMasters/notesMaster1.xml" Id="Raaf47f0951584e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8f5f35226574604" /><Relationship Type="http://schemas.openxmlformats.org/officeDocument/2006/relationships/notesMaster" Target="/ppt/notesMasters/notesMaster1.xml" Id="Rcd4bf56170d443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8b006e731f34fce" /><Relationship Type="http://schemas.openxmlformats.org/officeDocument/2006/relationships/notesMaster" Target="/ppt/notesMasters/notesMaster1.xml" Id="Raefc925480bb40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7d669ca95547bf" /><Relationship Type="http://schemas.openxmlformats.org/officeDocument/2006/relationships/notesMaster" Target="/ppt/notesMasters/notesMaster1.xml" Id="R4fe07eaa1efe4f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7f763e9bc34397" /><Relationship Type="http://schemas.openxmlformats.org/officeDocument/2006/relationships/notesMaster" Target="/ppt/notesMasters/notesMaster1.xml" Id="Rd771dbcd8b994c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919265cfaa4593" /><Relationship Type="http://schemas.openxmlformats.org/officeDocument/2006/relationships/notesMaster" Target="/ppt/notesMasters/notesMaster1.xml" Id="R3bac87b705ce4b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dd849415344f47" /><Relationship Type="http://schemas.openxmlformats.org/officeDocument/2006/relationships/notesMaster" Target="/ppt/notesMasters/notesMaster1.xml" Id="R0800307a426145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493fa830b546cb" /><Relationship Type="http://schemas.openxmlformats.org/officeDocument/2006/relationships/notesMaster" Target="/ppt/notesMasters/notesMaster1.xml" Id="Race3346af6574e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345a0e9d724d57" /><Relationship Type="http://schemas.openxmlformats.org/officeDocument/2006/relationships/notesMaster" Target="/ppt/notesMasters/notesMaster1.xml" Id="R43bed4e98d7c4df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20be20fbd04572" /><Relationship Type="http://schemas.openxmlformats.org/officeDocument/2006/relationships/notesMaster" Target="/ppt/notesMasters/notesMaster1.xml" Id="Rce8acb0a77324ea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bbfae8b9bcb4575" /><Relationship Type="http://schemas.openxmlformats.org/officeDocument/2006/relationships/notesMaster" Target="/ppt/notesMasters/notesMaster1.xml" Id="Re75608f4935a460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f493caf945a401c" /><Relationship Type="http://schemas.openxmlformats.org/officeDocument/2006/relationships/notesMaster" Target="/ppt/notesMasters/notesMaster1.xml" Id="R1f828036324e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./tmp/pdfs/semantic-pages-22a1362/page-53.jpg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./research/2026-08-14/explorer/server.py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./research/2026-08-14/explorer/deploy_kevindigital.sh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./research/2026-08-14/explorer/explorer.db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Live SQLite aggregate query executed 2026-08-26: products, per-store distinct source_url, analyzed images, and analysis tags.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./research/2026-08-18/data/aloruh_shein_browser_export.json</a:t>
            </a:r>
          </a:p>
          <a:p xmlns:a="http://schemas.openxmlformats.org/drawingml/2006/main">
            <a:r>
              <a:t>- ./research/2026-08-18/data/aloruh_shein_browser_export.recollect.partial.json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./research/2026-08-18/scripts/high_resolution_images.py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./research/2026-08-14/explorer/src/imageAnalysis.js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./research/2026-08-18/scripts/analyze_explorer_images.py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./research/2026-08-14/explorer/src/ImageDimensions.jsx</a:t>
            </a:r>
          </a:p>
          <a:p xmlns:a="http://schemas.openxmlformats.org/drawingml/2006/main">
            <a:r>
              <a:t>- ./research/2026-08-18/scripts/analyze_dimension_selection.py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./research/2026-08-18/scripts/analyze_dimension_selection.py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./research/2026-08-14/explorer/report_pdf.py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./research/2026-08-14/explorer/report_reviews.py</a:t>
            </a:r>
          </a:p>
          <a:p xmlns:a="http://schemas.openxmlformats.org/drawingml/2006/main">
            <a:r>
              <a:t>- ./research/2026-08-14/explorer/report_pdf.py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tmp/slides-fashion-scope-20260825/assets/experience2-step1-start-report.png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./research/2026-08-14/explorer/report_pdf_pages.py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- ./tmp/pdfs/semantic-pages-22a1362/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fcddfe0024d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c1f3e5ab924313" /><Relationship Type="http://schemas.openxmlformats.org/officeDocument/2006/relationships/slideLayout" Target="/ppt/slideLayouts/slideLayout1.xml" Id="Rd8d8cf93fd14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8cf93fd14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63e6f0994b52" /><Relationship Type="http://schemas.openxmlformats.org/officeDocument/2006/relationships/image" Target="/ppt/media/image.jpeg" Id="R03eae3ddbb494791" /><Relationship Type="http://schemas.openxmlformats.org/officeDocument/2006/relationships/notesSlide" Target="/ppt/notesSlides/notesSlide1.xml" Id="R2e8cfcfff8074e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389df46f5427f" /><Relationship Type="http://schemas.openxmlformats.org/officeDocument/2006/relationships/notesSlide" Target="/ppt/notesSlides/notesSlide2.xml" Id="R23a7b2784461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5055d9d04d2e" /><Relationship Type="http://schemas.openxmlformats.org/officeDocument/2006/relationships/notesSlide" Target="/ppt/notesSlides/notesSlide3.xml" Id="R958844b3e79c4a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1aae1a2684be9" /><Relationship Type="http://schemas.openxmlformats.org/officeDocument/2006/relationships/notesSlide" Target="/ppt/notesSlides/notesSlide4.xml" Id="R6a0b98a548b44c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1e443ebd34447" /><Relationship Type="http://schemas.openxmlformats.org/officeDocument/2006/relationships/notesSlide" Target="/ppt/notesSlides/notesSlide5.xml" Id="R7f150726bcc14f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48cb70a444467" /><Relationship Type="http://schemas.openxmlformats.org/officeDocument/2006/relationships/notesSlide" Target="/ppt/notesSlides/notesSlide6.xml" Id="R4381f9f1283247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38e2cee6b4416" /><Relationship Type="http://schemas.openxmlformats.org/officeDocument/2006/relationships/notesSlide" Target="/ppt/notesSlides/notesSlide7.xml" Id="R9841d225f411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4e112b024744" /><Relationship Type="http://schemas.openxmlformats.org/officeDocument/2006/relationships/notesSlide" Target="/ppt/notesSlides/notesSlide8.xml" Id="Rc9922458aab045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ff0d3d8dc42d3" /><Relationship Type="http://schemas.openxmlformats.org/officeDocument/2006/relationships/notesSlide" Target="/ppt/notesSlides/notesSlide9.xml" Id="R75702fba801243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210d2d8bc44fd" /><Relationship Type="http://schemas.openxmlformats.org/officeDocument/2006/relationships/notesSlide" Target="/ppt/notesSlides/notesSlide10.xml" Id="Re576f1656d9c48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058e2a914a15" /><Relationship Type="http://schemas.openxmlformats.org/officeDocument/2006/relationships/notesSlide" Target="/ppt/notesSlides/notesSlide11.xml" Id="Rcd6da63d37b942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e32b46e054e31" /><Relationship Type="http://schemas.openxmlformats.org/officeDocument/2006/relationships/notesSlide" Target="/ppt/notesSlides/notesSlide12.xml" Id="R4af59bfc462b45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52c20fb94e57" /><Relationship Type="http://schemas.openxmlformats.org/officeDocument/2006/relationships/notesSlide" Target="/ppt/notesSlides/notesSlide13.xml" Id="R0914d5fac49045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0dffa721f482b" /><Relationship Type="http://schemas.openxmlformats.org/officeDocument/2006/relationships/notesSlide" Target="/ppt/notesSlides/notesSlide14.xml" Id="R03cc25e2acac47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b7130d7fa4ad9" /><Relationship Type="http://schemas.openxmlformats.org/officeDocument/2006/relationships/image" Target="/ppt/media/image.png" Id="R759cded912bb4ce9" /><Relationship Type="http://schemas.openxmlformats.org/officeDocument/2006/relationships/notesSlide" Target="/ppt/notesSlides/notesSlide15.xml" Id="Re04edeeb9a734b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5fc238b846a5" /><Relationship Type="http://schemas.openxmlformats.org/officeDocument/2006/relationships/image" Target="/ppt/media/image2.png" Id="R1b8442af40b14a3c" /><Relationship Type="http://schemas.openxmlformats.org/officeDocument/2006/relationships/notesSlide" Target="/ppt/notesSlides/notesSlide16.xml" Id="R519cea557db449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f1b1dcb454c8d" /><Relationship Type="http://schemas.openxmlformats.org/officeDocument/2006/relationships/image" Target="/ppt/media/image3.png" Id="R595ecf0d33a54fb4" /><Relationship Type="http://schemas.openxmlformats.org/officeDocument/2006/relationships/notesSlide" Target="/ppt/notesSlides/notesSlide17.xml" Id="R8c88102f20e844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9848986a6483a" /><Relationship Type="http://schemas.openxmlformats.org/officeDocument/2006/relationships/image" Target="/ppt/media/image4.png" Id="R20b95286672f4d2b" /><Relationship Type="http://schemas.openxmlformats.org/officeDocument/2006/relationships/notesSlide" Target="/ppt/notesSlides/notesSlide18.xml" Id="Re57140d232de4c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69067a9954d10" /><Relationship Type="http://schemas.openxmlformats.org/officeDocument/2006/relationships/image" Target="/ppt/media/image5.png" Id="R4d607d30d3774393" /><Relationship Type="http://schemas.openxmlformats.org/officeDocument/2006/relationships/notesSlide" Target="/ppt/notesSlides/notesSlide19.xml" Id="R5ba3817393184a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411d9fbc84906" /><Relationship Type="http://schemas.openxmlformats.org/officeDocument/2006/relationships/image" Target="/ppt/media/image6.png" Id="R87e37c8a71494ebd" /><Relationship Type="http://schemas.openxmlformats.org/officeDocument/2006/relationships/notesSlide" Target="/ppt/notesSlides/notesSlide20.xml" Id="Re754ce19e5f54b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02fae5ef4ba1" /><Relationship Type="http://schemas.openxmlformats.org/officeDocument/2006/relationships/image" Target="/ppt/media/image7.png" Id="Rf4e261940cbe45fd" /><Relationship Type="http://schemas.openxmlformats.org/officeDocument/2006/relationships/notesSlide" Target="/ppt/notesSlides/notesSlide21.xml" Id="R548cc5d2070b43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8eb476b454bf7" /><Relationship Type="http://schemas.openxmlformats.org/officeDocument/2006/relationships/notesSlide" Target="/ppt/notesSlides/notesSlide22.xml" Id="R77aa24559b0448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62d29d5943d3" /><Relationship Type="http://schemas.openxmlformats.org/officeDocument/2006/relationships/notesSlide" Target="/ppt/notesSlides/notesSlide23.xml" Id="Rd59f06c4f00740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d914268c3492c" /><Relationship Type="http://schemas.openxmlformats.org/officeDocument/2006/relationships/image" Target="/ppt/media/image8.png" Id="R24af5a7ed0444420" /><Relationship Type="http://schemas.openxmlformats.org/officeDocument/2006/relationships/notesSlide" Target="/ppt/notesSlides/notesSlide24.xml" Id="Rb3f227dc06b847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51b3b1c614826" /><Relationship Type="http://schemas.openxmlformats.org/officeDocument/2006/relationships/image" Target="/ppt/media/image9.png" Id="Rd60342a401d8416a" /><Relationship Type="http://schemas.openxmlformats.org/officeDocument/2006/relationships/notesSlide" Target="/ppt/notesSlides/notesSlide25.xml" Id="Rbdb82a89b978496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b1689603d4f9e" /><Relationship Type="http://schemas.openxmlformats.org/officeDocument/2006/relationships/image" Target="/ppt/media/image10.png" Id="Rcc3f3624ff7b445f" /><Relationship Type="http://schemas.openxmlformats.org/officeDocument/2006/relationships/notesSlide" Target="/ppt/notesSlides/notesSlide26.xml" Id="Rcd5555866d2147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2f78453b347d1" /><Relationship Type="http://schemas.openxmlformats.org/officeDocument/2006/relationships/image" Target="/ppt/media/image11.png" Id="R08e094488289481d" /><Relationship Type="http://schemas.openxmlformats.org/officeDocument/2006/relationships/notesSlide" Target="/ppt/notesSlides/notesSlide27.xml" Id="R07ab36d5c01548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a41199abc4562" /><Relationship Type="http://schemas.openxmlformats.org/officeDocument/2006/relationships/image" Target="/ppt/media/image12.png" Id="Rf6ec78ea294c4d08" /><Relationship Type="http://schemas.openxmlformats.org/officeDocument/2006/relationships/notesSlide" Target="/ppt/notesSlides/notesSlide28.xml" Id="Ra05850e7192d431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9e7463a464029" /><Relationship Type="http://schemas.openxmlformats.org/officeDocument/2006/relationships/image" Target="/ppt/media/image2.jpeg" Id="R4c4a3152437b4912" /><Relationship Type="http://schemas.openxmlformats.org/officeDocument/2006/relationships/image" Target="/ppt/media/image3.jpeg" Id="R90828318344a47f6" /><Relationship Type="http://schemas.openxmlformats.org/officeDocument/2006/relationships/image" Target="/ppt/media/image4.jpeg" Id="R3dcf4c5f145c417b" /><Relationship Type="http://schemas.openxmlformats.org/officeDocument/2006/relationships/image" Target="/ppt/media/image5.jpeg" Id="R2782d32e67c34c0b" /><Relationship Type="http://schemas.openxmlformats.org/officeDocument/2006/relationships/image" Target="/ppt/media/image6.jpeg" Id="Rb83976ecc1d84ec0" /><Relationship Type="http://schemas.openxmlformats.org/officeDocument/2006/relationships/notesSlide" Target="/ppt/notesSlides/notesSlide29.xml" Id="R59cfa1c252844a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ec7ae7fca4ef1" /><Relationship Type="http://schemas.openxmlformats.org/officeDocument/2006/relationships/image" Target="/ppt/media/image7.jpeg" Id="R85d25ebc4bd74c95" /><Relationship Type="http://schemas.openxmlformats.org/officeDocument/2006/relationships/image" Target="/ppt/media/image8.jpeg" Id="R8731c4b0f8b04e03" /><Relationship Type="http://schemas.openxmlformats.org/officeDocument/2006/relationships/image" Target="/ppt/media/image9.jpeg" Id="R01742b331b5b4adb" /><Relationship Type="http://schemas.openxmlformats.org/officeDocument/2006/relationships/image" Target="/ppt/media/image10.jpeg" Id="R11d6f2e3820e42d9" /><Relationship Type="http://schemas.openxmlformats.org/officeDocument/2006/relationships/notesSlide" Target="/ppt/notesSlides/notesSlide30.xml" Id="Re35ca684c815412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b4fce9d494d6b" /><Relationship Type="http://schemas.openxmlformats.org/officeDocument/2006/relationships/notesSlide" Target="/ppt/notesSlides/notesSlide31.xml" Id="R2d683058ccdb40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A757CF-A2C0-4D56-99D3-816D45B6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4F83F1A-4947-4846-B71F-024C7244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5FBE6AC-BFB0-49C3-9B83-2EE38662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15维标准化 → 两种分析工作流 → 53页PDF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ABB5A53-167F-4C50-A39B-846AFF2F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3371D5-4C38-4C13-8ACF-6386E71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83E8E8-B787-4814-86E3-2141B348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F92810-3908-4BE5-8B2F-6A5B2235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PAGE 53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6656376-850D-4B17-92B4-DFF23FB6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e3ddbb494791"/>
          <a:stretch xmlns:a="http://schemas.openxmlformats.org/drawingml/2006/main"/>
        </p:blipFill>
        <p:spPr>
          <a:xfrm xmlns:a="http://schemas.openxmlformats.org/drawingml/2006/main">
            <a:off x="5772150" y="1896070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1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E78DBE7E-8B12-41EE-BE02-266776D5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2FDAB-F4CE-4CB4-9485-1937F724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C1F8C3-22CB-4436-8736-F6EB86F4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972284-2EFB-4E44-A047-B4198A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D099F1C8-0B5B-4FDB-98A7-5DE66F0F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AE235613-1093-496D-ACA7-36B35E7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8862E78-3D89-4912-B037-11B7E6A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07609298-8FBE-4B54-8B4E-260403A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39C107D-A128-4E03-968A-E9BF6E2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8B1CACA-4A86-4E47-8462-37C152DA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85984A-9667-4046-B7D2-CA2B6F8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B4209409-64E9-42E7-89EF-E24D9FF2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3E7D11-0449-49A0-8C0F-F27273DD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E55F5E-238A-4349-99CE-C9593F2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5DB60E-9192-49B6-8411-5BB6E19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稳定商品与图片键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URL/内容哈希去重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15维标签＋SQLite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CCDB37E0-B9C0-46F3-B6EF-D2E7F977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EBB4C38-3FF0-4849-BA0B-46FD3BB0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91F4AAC-8FD8-43BF-9CDD-546CED7A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4C9D61-922C-49B7-AD7A-A7B44AE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3D765DB0-B744-4803-BED5-F57D3F0A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5068ED4-048A-4A2A-8FD5-B6366EBF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A5DA60D-B40A-4366-8468-4C2CB57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CD57A83-13F8-4CD9-8DA4-DD7D7D62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 53页PDF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AFB37A63-1D41-48C7-84C9-ED2A83EF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E2BF660-9CDD-49B9-AF94-EF2C8864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A340145B-26AE-415F-8116-D3770EC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2769258B-C91F-4BEE-9B29-804FFAE2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22290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28650301-A421-4D04-BF13-27452D26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FF8592-AB78-4F4E-92CA-1C9BE7B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A493AA-2BBC-45C1-9CD3-6BE95EB8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582C6C-213C-4B27-A4CA-5003C320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6F9F926-FD5D-484B-B08A-595F133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3403C7-BB9D-4745-9E0A-90694214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3CF39F-140C-4A40-B35D-B895E3B9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D65091-3D69-4D5F-80C2-04E67490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FF558B-D5D7-4A31-B2D6-6D68FC90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FA7FDB75-4480-4DBE-8B26-F62F94B9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F5F82A-35A5-43B8-99C1-4F3A8084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516301-D807-4650-AE81-E3BC9E4D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A078C7-3919-4A74-A74A-EABCA0A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53D2BF-04F3-412F-8430-51D1F0A9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5D9430B1-607D-4995-BD35-96D4A16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37E7A9-C8D4-4975-AC7E-A313A1AD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3DD70F-909F-4D5A-9CF9-AB422B99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12AA49-FA99-4CA7-89C6-38FA03C7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0D1AC9A-5D14-441C-B365-A4E77A9F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6F17A86-A95E-4F84-BC92-0D4FD0C7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C4CFED-41AF-49A9-80E0-456D7AD6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FEE7582-A789-42B8-B90F-54168A49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2E807F8-76C3-4A90-AD56-2435852D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89D9D39-E5A5-4F2B-B344-9CF6662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7BBB2E66-7096-4D5B-8643-95EFA28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A330342-40C1-4E36-81DA-0DABA66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11213BBC-253F-4D38-A421-A45C91F1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9D774C05-5853-4BBE-8901-00DFBB49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84A787E-F629-4AC0-B104-BB951E2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0532BE9-88A8-40B1-9191-886C2E2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FF69CB9-4885-4C62-A8C7-2E465738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6E77894-5E08-4C7F-8F8C-BEF9C59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DE03F35-654A-4A1D-B793-E792EAC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03EF0C4-C3B1-4C7D-817F-14EBF95A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E19E3E9-B339-4137-9C14-1416E55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F40EBF33-8ABE-4D10-B3E6-0408C28F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68975A24-1FD7-4743-A530-4035AC5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85163120-4AB0-43B6-BD8D-9FF5E2C2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B1969E7-B679-403F-BFAC-7D560523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321EAE2-058D-42FA-B19A-B7146DA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4927C236-F5F6-4DCA-AB14-FA4F6CE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6F4E833C-9E91-4B25-879F-0231122B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88852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0F5CC8ED-564A-4C4B-805C-BB667C6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29240-371D-4312-84B4-80C15AF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B6CE87-ED58-44E4-902E-48FA6E7B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7A3F8C-6441-46FB-BF90-0C0BDAA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361B0412-ED9B-4052-B66E-59640C7C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607C31A3-9751-4508-B411-BF3F9D12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C33C0285-A2C7-45AA-9610-3CCF81C8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20371231-7212-40BA-B692-ECBF6330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D341E3CC-A7B1-4C7A-B3AC-4428A601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5AA69FD2-ACAB-40A1-A8FF-E824902A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已完成15维分析图片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472D5D62-9F92-4C69-B48F-372B6D43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606,007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144CA49F-D780-484A-8D29-82707B0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58253BDC-3A0B-4F1E-A846-8C1ADE6C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816584E8-39B6-47B8-863F-5A23B9E4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B1D1DCC8-2FF6-4266-B0EA-09215D1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2F88D498-3B8B-41FB-B90A-FC89C83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1BDFD8DF-D02A-4BE3-9235-D1804884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E5E877C1-D5AE-4ED4-ACBC-90FE4609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098536B4-5816-4885-8F80-48CC20D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BD254E7D-5F9B-414E-AB45-18F84B6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46655BD4-9A95-48ED-83B6-CCE33AD4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343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1257DF8-A76E-4728-B69B-586CD144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44F7C55B-1273-4099-A4EA-06F980D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10FDFFEC-D875-4F5B-BD3A-83F72FC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DB3F80EA-25AD-416D-9177-4FFEF123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381A4043-46A3-4269-9FD5-499AA508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0FBFD3B3-3955-479B-BC8B-AD6F8B2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5A4A9628-F148-4E7E-912F-678A9993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51FAE807-4D19-4E9D-8D75-D8A371C8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20C6C996-1E46-4C69-B52E-A9FEBBC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498053DF-BDCD-4DEA-B209-591CB82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4B3FDDBF-A99D-4E77-8287-9A368B79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9EE898AF-BB11-4163-8652-A9A72F44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617F9F70-53F1-4CFC-8934-4D97048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5BF9EAAF-0FF9-46B9-8F67-7BAC6A8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55AD3391-1B83-42DD-A879-BC15B241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058A641B-5FD4-4D74-BBF6-DE06BC5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73579EE7-49AA-4B49-BF16-45CAD010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9514195C-4F66-442C-8290-D9F9995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575F8533-BC75-42F9-B575-F80254B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FC65B44A-6629-4E49-8950-E1DF5D1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BE36D467-3CE3-453B-B1EB-998462D2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C0CD35C7-75AC-4378-AAC3-F4A5F1AC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C570D24E-D07E-495D-BC62-B202660D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35408D72-4611-47A7-BCD2-2A138A73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CCCF0366-8483-4BFC-B16B-7216F04C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EA4238F8-F556-40FA-93A3-19814665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718ED77B-DD8D-4EFA-B7AB-F4E2BFF5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1A5505D3-2AED-4CB7-AF2D-4E74F2B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7F7D2E16-E811-452C-BC4A-D81E762C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读法：1个商品若有5张图，就产生5条图片URL索引；本页不统计本地实际下载文件数。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5862D43A-E8C3-43C6-820D-130AF6DA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158BD204-DB1C-4DEA-A7D5-EA61559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211637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8083C551-FC02-42A5-9AFC-C1AF69F5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384439-2D85-4EBE-B56A-6F36AFA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EB6E70-62C8-4798-8154-296F9C83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278682-45D6-4B6D-A5A7-27BD0F6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DE4D7691-63BD-4588-B4C8-77576C24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37007D8B-0696-4198-9EFA-9FE105C2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B0EBE840-C351-4847-B00C-6A2F49C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45CBAB8E-AB40-43E8-A9EC-27AB2B5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9EA04EC5-109A-4908-B762-84B88BF1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DDB6950B-B4EB-4B5E-A3F0-E685B2E0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B3C06D-B0B6-40AF-902D-C19B1E25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9CBB9DC8-610D-4D7B-B031-70CDF9C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81497060-F905-4969-A590-CC6A2022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A5D2FDA6-0929-42F4-A995-9C55620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97814B19-DA42-470C-AA89-1E4F90B1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13E0E98F-272E-4AFB-A756-1D33E9E1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614723B2-4EEA-4497-B156-F5EF17B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D29573-8FD7-4F19-AF58-9F42300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8482674-BA1C-41B7-B789-62B96D2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638883E-81E3-4CFB-A72A-14CF0CAD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C86A870B-BC37-41A7-8795-7D1996A6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ECB439-15CB-4624-ACE8-49AAE41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439BFF9-4454-44A2-88AA-3697CA8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17735B1-4421-45E2-BF4B-226CA76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F26BD487-5770-4D58-8BEA-CE39953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592826F-8315-448F-B99A-D39B394F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6E7944B-9C14-4BD0-A0D7-49A8EC43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E6B20DF-7C23-4E04-A82C-CC023C8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DD1DF585-543F-447D-8600-D6CE7F95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22DEFA9-CBC4-4BEC-91A9-E1236728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6CFFCE5-0EF2-4DFB-97C7-2EE116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FB08008-2C52-476A-B733-2B2CFC4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A1E50573-D757-4C85-812E-5E3F2679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7EA8437-28B5-4F28-B97A-D76E0D52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93F9FB-877C-473E-BA26-7DE993D9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EB6DF3A-3DB7-4118-8E89-1568A7F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FBDD48FF-7C05-458C-902F-FB7AC5C0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A3A12264-7086-420D-A280-BC58E96C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BD4D2F4-FD61-4301-93EC-3BB504E0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504D320-5EB5-4F5A-B347-4208D7E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F5C58570-FB21-40FF-84E3-DCC4565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098751FD-8569-4DF6-9E96-ACFC2EB8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007F2F2-04EC-49C1-B54C-AD6533C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029057D4-0955-446B-A8D4-846FF73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A8C796CC-F3CA-48C4-9064-C30A81C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05692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27C31105-A4D3-45D7-96D0-A0909A4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F5CF5F-CE94-4676-8552-DBE4AEEC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85F11F-E8FC-485D-ABAA-BCF3391D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88C1B1-B562-4DD2-8CB9-F18D77B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6468613D-C778-4961-BB78-FB6C4EAC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AC9942D-C4D7-4D6A-A522-BF9411A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43F41617-3260-4390-95E4-D14E16BF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411110-6882-490A-B1E8-0CA91304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7E9240-B560-4614-AB01-3461A2E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BCFFC86-B312-4D74-A2A2-81BEE0E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BAFCDF-F38B-4EAD-993D-D592CD3E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B9D2F433-FFF0-4CA2-8CE6-A8BDBF4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745D48-AC4D-4378-9DE8-9A74F9D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860C1D-B114-4426-B5A7-60F87AFD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B878166C-18AA-4274-93CB-AB4D999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4D4B9C-0AC2-4928-9490-2D69D3C2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15维标签拆入查询表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5797AEA3-33B5-4E04-AF8B-44B78FA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D352F1A-E7DA-4758-ADD9-C0A4082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2868F6-766D-40B7-A550-EEDF367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67C1B95-BF4F-4D65-A7A6-CF156E2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6D5CF7E-9D21-4E43-B6B0-3FB2AFAA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A5E381F-30F2-4584-A01E-CE2DA73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D072CE-C62D-4525-9989-5139E8B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342AFFB0-6A9C-4712-93DE-D4D324A8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5F8653D5-56F8-4D1E-8B08-3BC76D7F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3202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316F9028-925F-425D-B00C-1DEB894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32EE45-B3E5-4BEF-BADE-57D210AB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标准化数据层：不同来源被压成同一套商品、图片与15维标签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D19182-D6B6-451E-8184-1D22618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source_url；每个维度保存标签与置信度。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50AC5C-8E6D-4056-B8BA-594901A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95FB03E-C391-4750-B2BE-65A2A87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C518D416-56B9-4CE8-B4A7-07231623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DF04ABDA-F8FC-4C86-8EED-22A7CDA5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E3172D2E-AF9F-4AB5-9CBB-A125E2A5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D4A50850-6AFE-49A7-B4D7-4974814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5AF846-4714-4C3F-9FDB-CADFDB0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E814A84-CE0F-4761-BD77-E79BB7C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309A4C7-7400-47F0-90DF-7A7372F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ABBA38A7-C64C-4E0B-939E-CD32B84F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5903D7-A921-4D6E-9483-464D7E97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FA645930-8F73-430F-985D-90EA846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A8D026B-DDAB-4DDA-96B8-9C221E37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28C92131-8E62-4E08-A5A7-E032A66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4CEB001-00AF-4D52-8AA3-12B87342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E35811A-3B46-42FF-9411-30FD9D39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D81C000C-432E-4771-839F-5C60653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F9C1D35-A741-44CE-9B4B-64D42A59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CEA2B9-1998-4C67-BB5D-F5BC36A3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2DA5CC1-51E7-4EC4-A8C6-4459DD8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EE4F644-9649-485D-87B7-54A502DA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FA8D907-BEB2-4A98-AFCA-60CC178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6A7F84FA-79AE-4287-9227-65A00EB6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F809B99-98B5-439F-ABA6-451391F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A58C8A6-6233-4AF1-A7B5-7894F76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41E6053-70C9-41F0-A6CE-2BF59F1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A20662F-B9A6-43B4-8FC5-327CCE5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标签可多值 · 商品类别单值 · 每维都有 confidence · 新增图片可按固定字典增量分析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D049E2A8-042E-44FE-A945-B036E27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10C955F1-BE01-4ED6-9CFD-347C6E0F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05399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F4224D49-89EA-4CD0-9117-D96E6AE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C5F3D-CBD5-4A9F-A902-CE6AB87C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7265F4-985D-4C32-A16C-6A9456D1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每个例子都来自 fashion-image-v2 的受控标签字典；UI显示中文，数据库保存稳定英文代码。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435A98-8391-4DCE-AAB0-9BD1747F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143C6C69-6B96-4419-B81F-DB9236E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38D48CE5-4036-4C42-81EE-75A29868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16683AED-490F-4FD7-828D-025F3855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2C19A80A-A3D0-494F-A9EF-F61A281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735E6E64-7C81-47C7-893C-8568BA1B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376BF4BE-802A-422C-8431-7EBE3A27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73E30BF4-C5F5-4C29-BC19-4793666B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F916B88F-CA4A-466A-81FB-FBA00BEB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45FB1958-E777-43DF-AE4F-E8B26D9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DF33CCFE-A7AB-4765-B434-089D65A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263ABF10-96E4-4F05-A253-D2A2E88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4743FA4B-3E52-4081-ABC4-642F9EE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68791215-1CEF-4E59-AB2B-43922359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7CF7A8AC-DD94-4B97-B242-4B211A8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3D7519D-7948-41D3-855A-268512A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2F197D31-A5FF-4285-9492-DB37030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4EB24A9F-2962-4BBF-A3CC-35F9289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B265345D-49A4-4ACC-8F8B-2B096CD8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454B21B2-5F80-490A-A0E0-4567AA39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15F7887C-E418-4498-BCD5-09C3E07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78D9C099-7C77-4214-B261-0641DA4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E232D025-AC20-4511-8ADC-B4AE500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2CD3D468-9CBB-42BA-9605-36F6A33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DDC5702C-7423-4BD4-8B31-F962DAFD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44F4CF5F-6E9A-486E-80D3-396EDE6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1F88FF3A-4748-4BAD-A771-55905DB8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8BFC9005-0375-4A1D-968A-02DBC2FC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F308A1DA-13CB-4682-82F6-35C18F81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DF1D50F3-601A-4815-96F7-C2BAE4D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EC7FEC63-AC36-4545-9FBD-1F35F71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E17E15FA-F73C-41CF-AD78-B8FC5E4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C6877910-90E3-4E67-9837-F9CF73C1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6D897C90-E916-4A21-9BD7-DE617B3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78BF6A86-7A07-42A3-AB7D-F00C5579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1B091657-64BD-4722-B814-FA584438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9A56C956-5391-4DBC-AACB-4459A211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3951BF86-6BD1-4B2B-909D-02867AC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7F4C1994-8177-44D9-8DCF-6BAB92F1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AFFBB250-A9D8-4E63-B5F7-E05EF7B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1588330D-EA98-4E54-AC78-B07C5B59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7C4D2E15-26B0-44A9-BCA1-949DFE38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9EC2EF92-528E-423E-BAEF-1C8227B1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31402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5C0D2233-8DCA-4EB1-A181-D103019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2BE33F-2A6B-4615-8E9C-7CAB68E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120BF4-7AE6-4CF4-A6FB-A64C8FF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同一张图可在大多数维度返回多个标签，但每个维度都必须给出标签数组和0–1置信度。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61233E-3967-4E95-A5F1-15F3832E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7A48FC31-DE47-4AF7-8B5B-4E2BD41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61A79DDB-1AB2-46B1-92FB-C63648DF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181597D3-3AC8-4681-A116-8DA47B8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3E6F7351-9263-4663-9DC1-21561D97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A7747D1D-388E-4968-A187-BB05A93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9CC724F9-2116-47D6-96BC-D66CDC54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900DECCD-00AD-46CC-895A-B3574EDA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0F7CEF26-4794-452F-93E5-23A1009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BF43D4FF-EC00-4C1F-9D56-C9D42D6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66FD59FA-6FEF-4090-A389-0126183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A8B33616-2AAD-4DA5-B123-0AE1803A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556CA679-B0A2-4EE7-BB8D-6C85565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DD40805B-BDAA-4D0C-A0C2-D51152A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1101658C-3B47-427B-A76F-91641F9B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202A51C3-4971-42D9-B05F-893BFB6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9AC2D89B-7E94-40F5-B96A-413C2209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FCB79851-384B-4B23-9B5A-4F9DEC3F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3F13233C-9A1A-4180-B22D-2BF7B1B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BBF3D902-516E-4617-9139-65731525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6DA1D557-0408-4FA0-A3A5-2469F4F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6D946A66-7189-4072-B6A9-AA1EC75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5E9366BA-1BF7-4D2E-B270-988307CB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22C411F4-C0EC-4135-894E-978C5F38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7810E360-BA88-451F-AB4E-45E2C35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612E1B1D-B30A-432E-86A1-9CB5136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F3049969-208C-4D26-9BDF-B1C78336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6FA16084-589A-4534-AF56-283108A9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D5A4383C-E5E0-4C6E-B0C7-BA7CF9C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CC426AD4-E90D-46B9-90AE-7C01D82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A9C377EB-C9B8-4BED-B82E-BA0AA9A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257D7B46-59C4-4ECF-B528-EBA472C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0821EB51-75B7-4717-8A92-6A16DDE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62A8C981-2CCC-43C0-863A-1F5F0B8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327F3798-F319-4FA6-B681-1A7E1E60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1905F435-5602-422F-BE99-FFF14FAD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6BAEFABE-56FD-4F2E-96BB-5E6BA905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89DA3AB0-BDE4-437C-8C4B-F075930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0A704C5-C56E-4751-9849-214C3CD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60305756-D580-4D8E-A842-A3E60F34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70D88927-F9D1-4663-86C5-C9C0B72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45889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256C797E-62A5-425D-9144-614B938A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3BC501-2442-4E9E-A85C-E59121F1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115455-FBD0-4CCD-B9C3-39345166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F63757-D229-45EB-97B7-DD97758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B972F294-C919-4989-A713-37AE1287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D12DDE0-168F-4D4E-A8DD-B5B6F2E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E72092-8C3B-4682-A2E3-1C9EF6D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批量15维分类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49ED77-27B5-4B7F-B450-498BB246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1F90A3-F9D0-4693-A73D-4A2A5F2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85B9EB-643A-4A8E-B65F-9F77CC55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71C3BB-4DFA-4E77-B6C7-44828C0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01D6C1-FE7F-4B3E-B63A-9D18BC9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5CAD52-EF45-4067-AF83-F50F2BB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F20C8A7-2166-46A6-B7FA-623747D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9CAF7B-B717-4EEA-83F6-BE6376F4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15组tags＋15个confidence；strict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2CC7C99-3F23-4130-AE7E-3715CC57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3D4D88A-8F75-4E88-A572-CECCDC4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38CDCA6F-2C10-426D-8479-24A817AF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030C2B4-7C59-4746-A972-E9C1282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C8E7AEA-4BF1-4BEF-A3AF-BA607D6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697B611-868E-4162-85FE-C8036F25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6B04F4E-A257-4EA2-A18A-59BC07E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A718582-1659-4C80-B362-F3D418A8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BCD95E8-8E14-4328-AC04-DFE6CCF9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483BB31-D164-4797-915A-2944FB5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8F555F0-DA1E-405E-B6E9-AF2A4C7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2141C99-FBC3-45B3-986F-88B0E1BE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88EC094-0701-471B-BC03-CB7B1AE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3453A6B-028A-4B74-82B8-B0C01F04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DDE6B2B-2CA5-4069-B07B-12AD2FB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69E429E0-322F-47B3-8C5E-E414177D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2823375-5206-444C-A8A1-5CD0EBFE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先用Terra把数万张图变成检索空间；只有用户明确付费时，才让Sol读取高清图并写结论。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DA4AF50D-006D-4D59-AAF3-66C2932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481F705C-F255-4A25-8770-7FF581F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8356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F37036EC-A2D4-4E52-B7E7-083B46F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9AF3DA-BA5E-4478-B999-95A1AA3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真实实现：一条Prompt一次返回15个维度，不是15条Prompt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2430F0-44DB-497A-9417-520BBF3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本页直接按代码呈现：一条英文规则＋15个受控标签字典＋严格JSON输出。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F38CDF-B997-40E8-8C82-408BC97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2B44E11B-0E97-4C19-B7B2-3AFF5C4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A32CBBB5-B96F-41C8-B4CF-6BFE3CAC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EF66A84A-7760-4061-A3AF-00676A32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02535D7A-4E05-4F0E-A053-A8A985A6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0620EE2-9F9C-4C16-98C8-1A4A76D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69C22C-1138-4A82-A3C3-D899BC17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每批1–8张图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079274-3405-41A8-B593-89CAF19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已有品类＋图片位置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F10EC592-5957-471D-BFC9-D47FCB1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71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789B33-0564-4797-AEB4-18016FAF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0523EC-0711-4040-9461-BC95928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一条统一Prompt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B8B372E-04B1-4091-A749-93062A03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只看可见证据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看不清返回UNKNOWN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923EF6BD-30DC-429C-B071-1E59120A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9F95B1-A945-404E-83E4-33542D8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77785D-D103-4ACC-AD3D-4DD403CC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Terra低清识别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15019F-F578-4ADA-AE03-10D8FD0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同一次调用判断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全部15个维度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9BCB7DBF-CD12-47AA-B862-CF438A7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2286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D6EBC72-88C9-4270-958D-2A10CC86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4962A9-EC4B-45D2-86E7-9BFDEB05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严格JSON入库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A161B42-6ECA-4EA7-AA85-57BABE4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漏维度直接失败</a:t>
            </a:r>
          </a:p>
        </p:txBody>
      </p:sp>
      <p:sp>
        <p:nvSpPr>
          <p:cNvPr id="24" name="actual-prompt">
            <a:extLst xmlns:a="http://schemas.openxmlformats.org/drawingml/2006/main">
              <a:ext uri="{FF2B5EF4-FFF2-40B4-BE49-F238E27FC236}">
                <a16:creationId xmlns:a16="http://schemas.microsoft.com/office/drawing/2014/main" id="{9C91FBD4-227D-4C32-AAF6-6CF6F8B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53340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ctual-prompt-title">
            <a:extLst xmlns:a="http://schemas.openxmlformats.org/drawingml/2006/main">
              <a:ext uri="{FF2B5EF4-FFF2-40B4-BE49-F238E27FC236}">
                <a16:creationId xmlns:a16="http://schemas.microsoft.com/office/drawing/2014/main" id="{C4051AD5-EF49-4633-9EBF-82D55DD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代码中的真实Prompt节选</a:t>
            </a:r>
          </a:p>
        </p:txBody>
      </p:sp>
      <p:sp>
        <p:nvSpPr>
          <p:cNvPr id="26" name="actual-prompt-body">
            <a:extLst xmlns:a="http://schemas.openxmlformats.org/drawingml/2006/main">
              <a:ext uri="{FF2B5EF4-FFF2-40B4-BE49-F238E27FC236}">
                <a16:creationId xmlns:a16="http://schemas.microsoft.com/office/drawing/2014/main" id="{5F1E0A4D-335A-4373-99E5-DCD82EA5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914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 Return every image once.</a:t>
            </a:r>
          </a:p>
        </p:txBody>
      </p:sp>
      <p:sp>
        <p:nvSpPr>
          <p:cNvPr id="27" name="dimension-schema">
            <a:extLst xmlns:a="http://schemas.openxmlformats.org/drawingml/2006/main">
              <a:ext uri="{FF2B5EF4-FFF2-40B4-BE49-F238E27FC236}">
                <a16:creationId xmlns:a16="http://schemas.microsoft.com/office/drawing/2014/main" id="{84C104F0-744E-478D-80FC-1150F506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4102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imension-schema-title">
            <a:extLst xmlns:a="http://schemas.openxmlformats.org/drawingml/2006/main">
              <a:ext uri="{FF2B5EF4-FFF2-40B4-BE49-F238E27FC236}">
                <a16:creationId xmlns:a16="http://schemas.microsoft.com/office/drawing/2014/main" id="{DA10B227-7977-49CA-B0AF-F1690ABC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15个输出字段（不是15个Prompt）</a:t>
            </a:r>
          </a:p>
        </p:txBody>
      </p:sp>
      <p:sp>
        <p:nvSpPr>
          <p:cNvPr id="29" name="dimension-schema-body">
            <a:extLst xmlns:a="http://schemas.openxmlformats.org/drawingml/2006/main">
              <a:ext uri="{FF2B5EF4-FFF2-40B4-BE49-F238E27FC236}">
                <a16:creationId xmlns:a16="http://schemas.microsoft.com/office/drawing/2014/main" id="{B3159BD6-F307-4C77-8780-1AC625BD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商品：品类 · 廓形版型 · 设计元素 · 材质纹理 · 色彩图案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拍摄：画面构图 · 视角动作 · 卖点部位 · 拍摄场景 · 光线 · 模特状态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表达：穿着场合 · 视觉语言 · 搭配方式 · 图文叠加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BA988EBD-D536-4B97-9C4E-BC6B288C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9222B0E-8EA3-4042-BE33-AC982E4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真实调用关系：一条Prompt × 一批图片 → 每张图片同时返回15个字段；三组只为演示阅读，不是三次调用。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E0292971-D6C1-4BEE-B7CE-628BF66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550A512F-8BFE-4028-A08F-58E3EBE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998335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2F412DE-961E-485A-B8BC-F4A2D869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F12C0D-1ECB-4DF9-A271-30E8DD63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8E07EC-F810-4D69-A9F6-94E42B9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C3EB48-4CC1-4745-A70B-A0A6227D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52633EF2-70DF-459B-A4D9-D7883C5E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E20BC3-2801-4A4B-BCEC-5D6F1D3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3BE82B-AD6D-4849-8F0B-A8453468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C684F47F-25E3-4B57-8912-FE540B1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BB6B36-C096-4956-8404-CDE3D2E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20ED40-CD3B-4C65-9480-2DE0369F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0A26FDD3-2AE2-4C73-822A-64E50F4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E0BA3E-2931-41D7-964F-131B7CF8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31F6F46A-F783-4D2B-9C63-90AB32A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CF318A74-BCA2-4671-BEFD-A3D0A698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20641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F776C2BE-9DD7-4BC1-A85A-255E819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558F5C-5DE2-44AB-A60C-7A4E638C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体验1流程①：从15维标签筛到真正送给Sol的图片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7FEB77-02C7-4A5E-9886-8A12FBA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Terra标签是预先计算的筛选底座；用户点击付费分析后，Sol只处理最终确认的图片范围。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E6AC90-35FE-478B-AB95-4BF958D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02EA4798-E350-467B-9904-DCB59FB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D712CE1C-117C-48ED-946D-F6D21CD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6A3D7275-8881-4639-961A-F9C43621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D11E86ED-39A8-49C7-8DF9-23FBAA67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D9E31F0B-F331-4813-A2C7-716EE70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D090C1A0-FADD-4C51-A6C0-F34876E2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1" name="flow-01">
            <a:extLst xmlns:a="http://schemas.openxmlformats.org/drawingml/2006/main">
              <a:ext uri="{FF2B5EF4-FFF2-40B4-BE49-F238E27FC236}">
                <a16:creationId xmlns:a16="http://schemas.microsoft.com/office/drawing/2014/main" id="{FB38EDC7-A79D-41AD-9326-6FA9E82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F05A5D-F1CA-474D-97F4-AB53C3B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EEB9A06-8657-4926-AEFA-8BFC253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预先完成15维打标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0534AF9-6178-42F9-850A-106EB555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Terra批量识别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标签写入SQLite</a:t>
            </a:r>
          </a:p>
        </p:txBody>
      </p:sp>
      <p:sp>
        <p:nvSpPr>
          <p:cNvPr id="15" name="flow-02">
            <a:extLst xmlns:a="http://schemas.openxmlformats.org/drawingml/2006/main">
              <a:ext uri="{FF2B5EF4-FFF2-40B4-BE49-F238E27FC236}">
                <a16:creationId xmlns:a16="http://schemas.microsoft.com/office/drawing/2014/main" id="{EC3D6D06-8EAD-4373-A8CD-E43BB2A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6649A67-9E8D-4E8B-98A2-7DC414D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1B3DEAE-AB3B-4724-9D55-877343B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用户选择维度＋标签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BA70A8-7D3D-4302-B51A-FC69FF0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例如：商品类别=上衣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穿着场合=度假</a:t>
            </a:r>
          </a:p>
        </p:txBody>
      </p:sp>
      <p:sp>
        <p:nvSpPr>
          <p:cNvPr id="19" name="flow-03">
            <a:extLst xmlns:a="http://schemas.openxmlformats.org/drawingml/2006/main">
              <a:ext uri="{FF2B5EF4-FFF2-40B4-BE49-F238E27FC236}">
                <a16:creationId xmlns:a16="http://schemas.microsoft.com/office/drawing/2014/main" id="{CF8A7098-625F-4B65-85A1-B11BEC60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4E9E4AD-F313-4CB3-A7E9-01ED0529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0C63E8E-6607-40B9-A076-582211F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后端执行AND匹配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25632A-D156-4B82-9A29-715B9425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标签值先做合法性校验</a:t>
            </a:r>
          </a:p>
        </p:txBody>
      </p:sp>
      <p:sp>
        <p:nvSpPr>
          <p:cNvPr id="23" name="flow-04">
            <a:extLst xmlns:a="http://schemas.openxmlformats.org/drawingml/2006/main">
              <a:ext uri="{FF2B5EF4-FFF2-40B4-BE49-F238E27FC236}">
                <a16:creationId xmlns:a16="http://schemas.microsoft.com/office/drawing/2014/main" id="{181A68DD-D0EF-4861-A401-72C21F9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BF3FF2A-2B4B-47D8-9F82-E33D050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6765089-07EA-40F6-B3D2-352874BC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按店铺展示候选图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8BBFC9D-A505-42AB-836C-3EFBFA0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返回总命中数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保留商品与图片位置</a:t>
            </a:r>
          </a:p>
        </p:txBody>
      </p:sp>
      <p:sp>
        <p:nvSpPr>
          <p:cNvPr id="27" name="flow-05">
            <a:extLst xmlns:a="http://schemas.openxmlformats.org/drawingml/2006/main">
              <a:ext uri="{FF2B5EF4-FFF2-40B4-BE49-F238E27FC236}">
                <a16:creationId xmlns:a16="http://schemas.microsoft.com/office/drawing/2014/main" id="{805B783B-C166-490B-A675-FB7F2A14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3D79E85-280A-45A3-B514-69B4AD4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3A4A0AC0-C057-467D-9054-CD2FA67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确定付费分析范围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D9E6795-BA87-4450-ADD8-C6097C6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手动最多24张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或每店随机1–8张</a:t>
            </a:r>
          </a:p>
        </p:txBody>
      </p:sp>
      <p:sp>
        <p:nvSpPr>
          <p:cNvPr id="31" name="flow-06">
            <a:extLst xmlns:a="http://schemas.openxmlformats.org/drawingml/2006/main">
              <a:ext uri="{FF2B5EF4-FFF2-40B4-BE49-F238E27FC236}">
                <a16:creationId xmlns:a16="http://schemas.microsoft.com/office/drawing/2014/main" id="{A5B8F3D0-1512-4775-BDF5-5A66FEE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51D7AAB5-C57B-4598-B7E3-BA25C27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1C4EE061-B532-425A-815C-4F9EB9F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服务器再次校验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9EE833A-689C-4294-A873-BF213FC8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图片必须属于所选店铺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且仍满足筛选条件</a:t>
            </a:r>
          </a:p>
        </p:txBody>
      </p:sp>
      <p:sp>
        <p:nvSpPr>
          <p:cNvPr id="35" name="flow-07">
            <a:extLst xmlns:a="http://schemas.openxmlformats.org/drawingml/2006/main">
              <a:ext uri="{FF2B5EF4-FFF2-40B4-BE49-F238E27FC236}">
                <a16:creationId xmlns:a16="http://schemas.microsoft.com/office/drawing/2014/main" id="{9E782CEC-491E-4007-BF72-2C0E058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FC9002B-CC40-471A-9752-4C56026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2D66758-03EF-41F0-9073-4308323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下载并校验高清图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7A46022-28F2-4597-BFD5-BBE8F458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像素与边长达标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失败图片明确记录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AA1A9BD3-0829-464A-B9C9-C4C1EC6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78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03C8A8F-9431-4828-9807-C48E6CF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真实边界：体验1当前按任务下载高清图，尚未接入整体报告使用的共享高清缓存。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034B708E-0310-4DC0-8C67-7C72351E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73976EFB-E519-4C60-B11D-6D6DB00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74039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0CA254A3-E424-4F24-B41D-57D28CA2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B1D37C-6F1A-452B-A3B1-F314D8B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体验1流程②：Sol在一次调用里完成逐图观察与店铺比较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936972-430B-43C6-BEE4-41520E3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比较结论不是数据库公式；它由Sol基于本次选中的高清图生成，并被严格JSON结构约束。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622A16-6AD5-4BF8-921A-F5BCD80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51DEAE27-C1B7-4FC4-BFA8-4B32CF0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56B5E9D8-87CF-4481-BA4E-10A73BC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846B501F-BE01-47BE-A5EE-0BCC37F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62624EAD-CCF6-48D5-B3E6-5B4B10AD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01">
            <a:extLst xmlns:a="http://schemas.openxmlformats.org/drawingml/2006/main">
              <a:ext uri="{FF2B5EF4-FFF2-40B4-BE49-F238E27FC236}">
                <a16:creationId xmlns:a16="http://schemas.microsoft.com/office/drawing/2014/main" id="{B3C56BC8-681D-4C93-A019-8645DCB1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1AABD8-CAA5-403C-93A7-6B2ABAFD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830800-BFAB-4778-80F4-C8DEE208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C7C7BD-2649-4B7A-B606-C23F294D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1–24张高清图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店铺＋商品上下文</a:t>
            </a:r>
          </a:p>
        </p:txBody>
      </p:sp>
      <p:sp>
        <p:nvSpPr>
          <p:cNvPr id="13" name="flow-02">
            <a:extLst xmlns:a="http://schemas.openxmlformats.org/drawingml/2006/main">
              <a:ext uri="{FF2B5EF4-FFF2-40B4-BE49-F238E27FC236}">
                <a16:creationId xmlns:a16="http://schemas.microsoft.com/office/drawing/2014/main" id="{A06DF1FE-C6DD-4910-9D6D-449A105C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D6DB19F-BDB4-4520-9CC9-06A1582A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D1A0AF-29D2-4457-A322-558959F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Sol高精度观察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0F2F5F-5863-4455-836A-A80BF90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场景 · 景别 · 动作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光线 · 色彩 · 搭配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服装结构 · 视觉意图</a:t>
            </a:r>
          </a:p>
        </p:txBody>
      </p:sp>
      <p:sp>
        <p:nvSpPr>
          <p:cNvPr id="17" name="flow-03">
            <a:extLst xmlns:a="http://schemas.openxmlformats.org/drawingml/2006/main">
              <a:ext uri="{FF2B5EF4-FFF2-40B4-BE49-F238E27FC236}">
                <a16:creationId xmlns:a16="http://schemas.microsoft.com/office/drawing/2014/main" id="{67F74BE6-71AB-4D54-AC17-396F837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9B7789-D6EF-4FB4-8AC6-DDE22AE6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E4F9139-8657-4CB2-A465-0DC766CC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逐图结构化结果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65F31B-56BD-4117-AD2A-6073EE5E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可见事实 · 优缺点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建议 · visible cue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每图置信度</a:t>
            </a:r>
          </a:p>
        </p:txBody>
      </p:sp>
      <p:sp>
        <p:nvSpPr>
          <p:cNvPr id="21" name="flow-04">
            <a:extLst xmlns:a="http://schemas.openxmlformats.org/drawingml/2006/main">
              <a:ext uri="{FF2B5EF4-FFF2-40B4-BE49-F238E27FC236}">
                <a16:creationId xmlns:a16="http://schemas.microsoft.com/office/drawing/2014/main" id="{FBBB6E67-DC8A-4DA0-A60F-96F71FB9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F02285-69F4-4471-B7FF-9CCFA240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4923638-87B5-4ACE-9A21-C236A36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跨图比较结果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1AA69F1-EBF6-40D8-A164-81D3B39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店铺差异＋各店总结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可复用拍摄规则</a:t>
            </a:r>
          </a:p>
        </p:txBody>
      </p:sp>
      <p:sp>
        <p:nvSpPr>
          <p:cNvPr id="25" name="flow-05">
            <a:extLst xmlns:a="http://schemas.openxmlformats.org/drawingml/2006/main">
              <a:ext uri="{FF2B5EF4-FFF2-40B4-BE49-F238E27FC236}">
                <a16:creationId xmlns:a16="http://schemas.microsoft.com/office/drawing/2014/main" id="{BE4CF14A-6DF8-496F-948B-C07AFAC1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1109377-F559-4B4C-9537-C891AA8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1AE31F3-942F-4452-8895-DEFC6CB0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734C66C-3429-4799-B43C-33A9B05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总体结论＋逐图证据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建议＋A/B验证假设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Token与费用</a:t>
            </a:r>
          </a:p>
        </p:txBody>
      </p:sp>
      <p:sp>
        <p:nvSpPr>
          <p:cNvPr id="29" name="experience1-rule-0">
            <a:extLst xmlns:a="http://schemas.openxmlformats.org/drawingml/2006/main">
              <a:ext uri="{FF2B5EF4-FFF2-40B4-BE49-F238E27FC236}">
                <a16:creationId xmlns:a16="http://schemas.microsoft.com/office/drawing/2014/main" id="{21FAB085-8EB0-4577-BA17-0F6AB714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xperience1-rule-title-0">
            <a:extLst xmlns:a="http://schemas.openxmlformats.org/drawingml/2006/main">
              <a:ext uri="{FF2B5EF4-FFF2-40B4-BE49-F238E27FC236}">
                <a16:creationId xmlns:a16="http://schemas.microsoft.com/office/drawing/2014/main" id="{51870046-C639-41F6-9E6D-6CE7BFFD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31" name="experience1-rule-body-0">
            <a:extLst xmlns:a="http://schemas.openxmlformats.org/drawingml/2006/main">
              <a:ext uri="{FF2B5EF4-FFF2-40B4-BE49-F238E27FC236}">
                <a16:creationId xmlns:a16="http://schemas.microsoft.com/office/drawing/2014/main" id="{69721AD9-3E80-440E-98DF-1E4CD7F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只比较这次实际送入Sol的图片；没有进入分析的图片不会影响结论。</a:t>
            </a:r>
          </a:p>
        </p:txBody>
      </p:sp>
      <p:sp>
        <p:nvSpPr>
          <p:cNvPr id="32" name="experience1-rule-1">
            <a:extLst xmlns:a="http://schemas.openxmlformats.org/drawingml/2006/main">
              <a:ext uri="{FF2B5EF4-FFF2-40B4-BE49-F238E27FC236}">
                <a16:creationId xmlns:a16="http://schemas.microsoft.com/office/drawing/2014/main" id="{8C12D688-E855-43FF-9665-1044CBE5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xperience1-rule-title-1">
            <a:extLst xmlns:a="http://schemas.openxmlformats.org/drawingml/2006/main">
              <a:ext uri="{FF2B5EF4-FFF2-40B4-BE49-F238E27FC236}">
                <a16:creationId xmlns:a16="http://schemas.microsoft.com/office/drawing/2014/main" id="{FDBF139A-EC39-46D8-B4F4-1B3E34A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统计边界</a:t>
            </a:r>
          </a:p>
        </p:txBody>
      </p:sp>
      <p:sp>
        <p:nvSpPr>
          <p:cNvPr id="34" name="experience1-rule-body-1">
            <a:extLst xmlns:a="http://schemas.openxmlformats.org/drawingml/2006/main">
              <a:ext uri="{FF2B5EF4-FFF2-40B4-BE49-F238E27FC236}">
                <a16:creationId xmlns:a16="http://schemas.microsoft.com/office/drawing/2014/main" id="{1BE6729F-F798-4D4B-8DEC-A81EA25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体验1没有使用全店标签分布，不能据此声称某风格在整家店占比更高。</a:t>
            </a:r>
          </a:p>
        </p:txBody>
      </p:sp>
      <p:sp>
        <p:nvSpPr>
          <p:cNvPr id="35" name="experience1-rule-2">
            <a:extLst xmlns:a="http://schemas.openxmlformats.org/drawingml/2006/main">
              <a:ext uri="{FF2B5EF4-FFF2-40B4-BE49-F238E27FC236}">
                <a16:creationId xmlns:a16="http://schemas.microsoft.com/office/drawing/2014/main" id="{156E7203-5B90-4755-ABF7-4969A936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xperience1-rule-title-2">
            <a:extLst xmlns:a="http://schemas.openxmlformats.org/drawingml/2006/main">
              <a:ext uri="{FF2B5EF4-FFF2-40B4-BE49-F238E27FC236}">
                <a16:creationId xmlns:a16="http://schemas.microsoft.com/office/drawing/2014/main" id="{9F3B6EBE-D3A8-4C45-8FEA-D37E9F1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因果边界</a:t>
            </a:r>
          </a:p>
        </p:txBody>
      </p:sp>
      <p:sp>
        <p:nvSpPr>
          <p:cNvPr id="37" name="experience1-rule-body-2">
            <a:extLst xmlns:a="http://schemas.openxmlformats.org/drawingml/2006/main">
              <a:ext uri="{FF2B5EF4-FFF2-40B4-BE49-F238E27FC236}">
                <a16:creationId xmlns:a16="http://schemas.microsoft.com/office/drawing/2014/main" id="{2A47E33A-374D-4D09-9D2E-D2E138DB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代码禁止把构图写成CTR/CVR因果，只能提出需要A/B验证的经营假设。</a:t>
            </a:r>
          </a:p>
        </p:txBody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8447E266-157E-429D-8BC2-BDE8A48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DB003541-3078-467A-B475-C77A7DA2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18744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0B03FAE-6610-438F-971D-401ED790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48592-31F6-498D-A580-938D38A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AF361F-66C0-4876-96EB-7CD8D40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入口先告诉用户已有25,916张分析图、15个维度，以及AND组合筛选规则。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1F26A7-2F12-431F-A8BA-F1FADE0C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7751E89-10E0-4510-86CA-E02D5DF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cded912bb4ce9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88281685-C4A6-445E-A6F0-C5DA6846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FF9DC8A-E4D1-466C-B44A-19007EC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31C57E3-0970-4614-BFA7-70C96AE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9434F66-A558-492E-BF41-F49ECAC8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D22679F-2F2E-4498-8F8E-D563692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AF60B26-A8CE-4345-996C-919758FB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CC97E9A-49F0-46D8-8230-8C3B22F8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3F9395E3-4BCA-41DC-94FB-66DF0ADB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查看15个维度与可用标签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C1EC18CA-78EE-481B-8341-8F6DA12A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0778B23-109F-40B5-8079-97D0950C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此时还没有筛选结果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736BD0B-C4DA-44B3-A680-B3A5F32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E094756-3B47-4456-92C5-075173AF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946007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254F3E4-23C6-4D28-804D-AEED79B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F5AC3-F2B3-46D1-A11E-9B2640D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D863BE-464B-47C6-AD99-3C1C505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198EEE-D44A-4F3B-AFAB-74BC49CD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DC4245C-C0A8-418B-83DE-864FFDE0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442af40b14a3c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A9D00AB-8A36-4F97-997F-9E807341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FC567D07-A3D0-4415-AD4A-A949DDDB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0945BF6-9601-4C3D-8BB5-388D5230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9241C90-BAA0-494C-B9AE-4940F58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721F9283-5FEA-41CF-832A-B2E649D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5B39147-31AD-4E58-A248-B17BEBE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9326CEE-6578-47FA-AF96-949ADCAF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E7B75666-38EE-49A2-AF7C-ABE7B0A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B94E46A-1BBE-47B3-A8E6-B7FEFC1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2EB8E48-0A67-4A55-BD2C-76D4367B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F62E4BD-66D8-49B0-9B7A-647A8B97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88A61BA-071D-434C-93DE-61E4DBF4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6808911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7E02893-DF37-46A2-9B9C-8F096A3E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B67682-D5A0-4E34-B190-5B5D453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A2D1DB-390F-4BC1-8207-9A2387CD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5CFC07-06ED-4172-9907-A0AC8A4F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CFCB4C6-44AD-4EAC-9010-EB2E55A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ecf0d33a54fb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6C590A9-BF50-4D93-AB0C-A9AFDFCF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7ECEABD-04CA-4255-8188-EBC9338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37CD630-B358-4DAB-9DDD-77C4E9D5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7D342AB-F303-4152-8DED-EEACE79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80A43A1-AE58-452F-8A39-87F3074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B6C366E-D0DE-40DD-870E-476D491B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3093B107-A390-41C1-B7A6-A81EE35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FCFBC9D9-CBDB-4D9B-B055-3EAE78A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C425634-3478-4A1C-8629-3540CA12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E078F46-F219-4A43-8507-24EAA2FE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DB8F47C-29C7-4AAD-9039-D707469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619B3C8-93F6-47D2-8DF1-81F7A46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8777632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55D1815-1422-43E7-9162-E304D9D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221302-7A02-4036-94BB-23709C5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5DB154-68B1-4538-BDB8-5559DAA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5F7436-5FB5-4FC2-AD29-8C72F281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CB0BF578-0CE4-47F0-9D17-1B6175CE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5286672f4d2b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B0D22B49-35D5-4B7F-A9B1-E7D79F50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855C95C-836F-4054-BA73-8850D40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5B8A85BD-5004-4771-B374-8CD96AB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C272831-D140-4990-8215-2ABA9BCE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9FF8D01-EA08-4978-B9FA-CACD7D5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EBCB91C-23DA-4995-94D4-D6E300E2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1B807565-5616-434A-9913-38558F49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725242C-D6B1-41D1-BF76-2FB7258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9AA5667-EEBF-426D-9A51-B1C8C83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D4502CE-C03F-41C9-A5A5-7BFD5BF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038DA12-725B-4BBF-89D6-8144A34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CA7314E-EA55-4EC1-AA71-C6146EEE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382327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B89BA97-D49E-48B0-B591-2B8ADD2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4CA107-B129-44BB-A3CB-9FA1E52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3D0A43-F865-40D3-9A6F-7E967F6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EECF40-55EC-4696-9F56-35967ED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3FBF6DB-1C29-4FC2-BDB4-DB2A52D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07d30d377439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33330AA-FE9C-4E05-B46D-DB0F8B1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19CE7F2-112A-49F0-98E3-09077EF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8A95078-A22C-4A51-A8ED-EDB7BBCF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E8908C5-87EB-4B87-B488-520C63F0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BD97B3F-5AC1-42BB-98E8-C5042802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8D3F59CE-1585-48E2-9D87-76CCFE81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FBA4604-BC46-486B-9255-806444A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F9DE4480-877D-4DF1-B5B1-2254B5E9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F511EF0-0716-4D12-8F84-02EF6BC6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51E2BDD-AB3D-40A1-948B-5B6C8AB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A8C55A6-F7DA-4E99-B7CF-A40E599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A6921A2-6AD5-4A2C-86E5-67C21082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609090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C32F9E9-013D-4CE8-A8B0-1243DD1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8B8732-AA4B-4265-93F5-F5B8FC1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D73AB2-0A42-4BBF-8C93-E4F2FA3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3BE3D9-687C-47FE-9EAA-F211E6B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74BB161-33CB-4C64-B1B9-74047094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37c8a71494ebd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0C8A67F-89B6-4ADA-901D-A7691F04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F020680-2C8C-4BEE-8C57-7363C0B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8D6D8FD-4E0A-4163-BE43-9E04084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F5F8052-3399-416D-862E-77320048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C8103147-1527-47E3-BFEB-E2C9F07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5C31E34-E873-4351-8F08-2A212FD0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B73BD46-4028-43BC-9AF3-9C01D1B7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B5700CC-64DF-4468-AE1B-2E5311C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7624FEA-8410-406A-A71B-FAC9A40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5D80AD2-0737-4DA6-9ED7-E4876A5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93F440E-16D2-45B9-AD04-0CC1435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223AF0C-D506-443F-9348-4FEBEC0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7310720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F208290-0026-4F43-95E2-338D0B47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465BD0-5133-4DA9-8DC2-3BC59D15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162E9EC-FB5D-4B2A-B084-E14E04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29DDA6-0317-4821-A092-5738D81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F600A326-2800-443E-B20A-F66B4B4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261940cbe45fd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08A1B5D5-D8AF-42C6-B74F-2BB8788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8FBFE26-1C44-4749-8E69-EAA32395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A73A194-ECC8-487F-849A-FE661EA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2AD8C38-8EBA-4692-826F-22A6541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0858AE27-2D07-473D-810F-C265A06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18E3CFD-EB7E-4DC4-9CA6-99AFC47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3C8945A-7006-44E3-ACD3-3ED812F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83C7309-2820-484A-B250-1ADA70A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8C454B9B-B2DC-4BB5-9401-08B2C67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CCD493A-31CF-4BBD-AB5E-37819A4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CF9F395-9402-42FB-B346-B7F47FC3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E4B1EA4-638C-45AF-98B7-15290E4F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1327416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eyebrow">
            <a:extLst xmlns:a="http://schemas.openxmlformats.org/drawingml/2006/main">
              <a:ext uri="{FF2B5EF4-FFF2-40B4-BE49-F238E27FC236}">
                <a16:creationId xmlns:a16="http://schemas.microsoft.com/office/drawing/2014/main" id="{E310BD55-33D7-4338-8D23-7A24631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EVIDENCE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3DA366-61BA-4B82-957E-9D2D01A0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体验2流程①：全量数据算分布，高清图片负责视觉核验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9E8429-39E0-49FB-A0B7-98E9B511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目标店铺与竞品的取图规则不同；二者合并前保留图片角色、店铺归属和入选原因。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110316-60A6-43E7-BEFC-AEA8A876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F5474B23-89E6-4D5A-967A-9CA9DA4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CCB63AF9-4FE5-4B73-BDD6-D81C74A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2D10AA0E-C21F-4672-A791-E7EDDCB5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2AE2FCD3-7144-42DF-B0E8-AB4E5826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E524E10B-A6EB-4CC9-BF0B-3851DAA8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34BD88AD-1890-4532-AB62-958B731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1" name="flow-arrow">
            <a:extLst xmlns:a="http://schemas.openxmlformats.org/drawingml/2006/main">
              <a:ext uri="{FF2B5EF4-FFF2-40B4-BE49-F238E27FC236}">
                <a16:creationId xmlns:a16="http://schemas.microsoft.com/office/drawing/2014/main" id="{AC1A2381-E6BF-4E54-9BC3-87D9E4A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flow-01">
            <a:extLst xmlns:a="http://schemas.openxmlformats.org/drawingml/2006/main">
              <a:ext uri="{FF2B5EF4-FFF2-40B4-BE49-F238E27FC236}">
                <a16:creationId xmlns:a16="http://schemas.microsoft.com/office/drawing/2014/main" id="{759C7E24-C255-4A8E-8BA4-565923E4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524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4BF6CA-55B0-471A-8AC0-15F9B1E6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4C97CF7-B4B8-428D-9581-7E31A6E2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固定范围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5556070-123A-44B6-8A7D-098A777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TOPS＋SKIRTS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目标＋竞品</a:t>
            </a:r>
          </a:p>
        </p:txBody>
      </p:sp>
      <p:sp>
        <p:nvSpPr>
          <p:cNvPr id="16" name="flow-02A">
            <a:extLst xmlns:a="http://schemas.openxmlformats.org/drawingml/2006/main">
              <a:ext uri="{FF2B5EF4-FFF2-40B4-BE49-F238E27FC236}">
                <a16:creationId xmlns:a16="http://schemas.microsoft.com/office/drawing/2014/main" id="{8A494D40-9645-4683-908C-CE6BB723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18859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990B16B-F7B9-44EE-A18E-F0830E0E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05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06DFFB-B71C-4633-9AE4-D0D6B00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098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目标店铺全量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4CCD81C-8141-4FD1-AE4F-E41AAB7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范围内全部首图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完成任务：386张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角色=target</a:t>
            </a:r>
          </a:p>
        </p:txBody>
      </p:sp>
      <p:sp>
        <p:nvSpPr>
          <p:cNvPr id="20" name="flow-02B">
            <a:extLst xmlns:a="http://schemas.openxmlformats.org/drawingml/2006/main">
              <a:ext uri="{FF2B5EF4-FFF2-40B4-BE49-F238E27FC236}">
                <a16:creationId xmlns:a16="http://schemas.microsoft.com/office/drawing/2014/main" id="{E270293B-3B88-4865-BFE9-966ED8F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885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5D549C-670D-42B6-AE4F-3E87CAA3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38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02B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BED3A46-D8FF-4301-AD2D-3B1940D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竞品全量分母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7FC3D70-FC48-487E-AACA-514ADB5F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15,107张首图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读取6个既有标签维度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分别按店铺＋品类统计</a:t>
            </a:r>
          </a:p>
        </p:txBody>
      </p:sp>
      <p:sp>
        <p:nvSpPr>
          <p:cNvPr id="24" name="flow-03">
            <a:extLst xmlns:a="http://schemas.openxmlformats.org/drawingml/2006/main">
              <a:ext uri="{FF2B5EF4-FFF2-40B4-BE49-F238E27FC236}">
                <a16:creationId xmlns:a16="http://schemas.microsoft.com/office/drawing/2014/main" id="{4AC9211D-6522-48B3-85EA-41E1E70A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18859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8CD15DE-B032-479F-8BCE-DF0B331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C91F123-AA02-41FE-8FAD-F212798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分层选证据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A14C06C-7AEE-420F-BDB2-8E674340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每维Top 2＋边界1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组合簇Top 2＋边界1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跨理由去重</a:t>
            </a:r>
          </a:p>
        </p:txBody>
      </p:sp>
      <p:sp>
        <p:nvSpPr>
          <p:cNvPr id="28" name="flow-04">
            <a:extLst xmlns:a="http://schemas.openxmlformats.org/drawingml/2006/main">
              <a:ext uri="{FF2B5EF4-FFF2-40B4-BE49-F238E27FC236}">
                <a16:creationId xmlns:a16="http://schemas.microsoft.com/office/drawing/2014/main" id="{E0F979C7-264E-4B68-9618-70045360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9621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6093CF-24B6-4FDD-84C7-7B64F6EE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8829CBF-2D9E-49F2-9B82-B68C60C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竞品高清证据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0B64445-B863-41DD-892D-55202E48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完成任务：106张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保留典型/边界原因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不是随机抽样</a:t>
            </a:r>
          </a:p>
        </p:txBody>
      </p:sp>
      <p:sp>
        <p:nvSpPr>
          <p:cNvPr id="32" name="flow-05">
            <a:extLst xmlns:a="http://schemas.openxmlformats.org/drawingml/2006/main">
              <a:ext uri="{FF2B5EF4-FFF2-40B4-BE49-F238E27FC236}">
                <a16:creationId xmlns:a16="http://schemas.microsoft.com/office/drawing/2014/main" id="{AC886444-2EBA-43E0-A5E2-19389E70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19621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8E7090A-8D42-437F-9965-2A03D43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28EC20D-496D-4E9B-9A5C-D559D000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共享高清缓存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2968645-A0BD-4F67-BB68-0D36E42D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命中则复用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未命中才下载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校验清晰度</a:t>
            </a:r>
          </a:p>
        </p:txBody>
      </p:sp>
      <p:sp>
        <p:nvSpPr>
          <p:cNvPr id="36" name="flow-06">
            <a:extLst xmlns:a="http://schemas.openxmlformats.org/drawingml/2006/main">
              <a:ext uri="{FF2B5EF4-FFF2-40B4-BE49-F238E27FC236}">
                <a16:creationId xmlns:a16="http://schemas.microsoft.com/office/drawing/2014/main" id="{62B3BBE1-378C-4742-B45A-D675DC5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E8142B6-D24E-4CC7-AB73-E40F871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00CD3516-48C2-41AC-84C2-65260F37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Sol逐图观察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7E92AF0-4F90-424E-B972-5F1C8C5F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386目标＋106竞品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每8张一个批次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高精度图片输入</a:t>
            </a:r>
          </a:p>
        </p:txBody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20E636E0-F35D-4297-AFD0-89FFDF6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E58DC5DD-7CA6-411C-9136-B49267D3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六个选证据维度：穿着场合 · 拍摄场景 · 画面构图 · 视角动作 · 视觉语言 · 搭配方式</a:t>
            </a:r>
          </a:p>
        </p:txBody>
      </p:sp>
      <p:sp>
        <p:nvSpPr>
          <p:cNvPr id="42" name="rule">
            <a:extLst xmlns:a="http://schemas.openxmlformats.org/drawingml/2006/main">
              <a:ext uri="{FF2B5EF4-FFF2-40B4-BE49-F238E27FC236}">
                <a16:creationId xmlns:a16="http://schemas.microsoft.com/office/drawing/2014/main" id="{26AF6AE1-BBD6-490F-BB08-392DFC8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">
            <a:extLst xmlns:a="http://schemas.openxmlformats.org/drawingml/2006/main">
              <a:ext uri="{FF2B5EF4-FFF2-40B4-BE49-F238E27FC236}">
                <a16:creationId xmlns:a16="http://schemas.microsoft.com/office/drawing/2014/main" id="{9CF99139-C989-4D0A-B1FB-2D34E463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37090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9B0F6A3F-F6EB-4473-AAE5-26254C7E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E7C479-AB05-4CA5-9867-342481E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体验2流程②：比较结论由“分布＋逐图观察＋程序校验”共同形成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1C9253-B8FD-45BC-95D4-AB9F49EB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Sol负责解释和写结论；程序负责限定分母、图片ID、品牌归属和五章结构，最后由用户逐章审核。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D5F775-0AE2-496C-8342-0B4CF78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B75139A0-AC0D-4C3B-B701-1CED9F4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9F22A736-819F-42B7-9A71-88C91EF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38509F84-4FE8-4335-B161-B22BE34E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5AFECCAC-01E3-4B8E-9195-6FBBD68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01">
            <a:extLst xmlns:a="http://schemas.openxmlformats.org/drawingml/2006/main">
              <a:ext uri="{FF2B5EF4-FFF2-40B4-BE49-F238E27FC236}">
                <a16:creationId xmlns:a16="http://schemas.microsoft.com/office/drawing/2014/main" id="{7CEF203A-C525-4D9D-9834-C7A0FA10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A821C62-2220-4186-9E4E-8D6BD4F6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EE9700B-B407-43F2-8F62-5B76A3A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批次逐图观察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ADAE6D-D6E9-41E7-B3FA-7BC8A36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10项可见字段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优缺点＋证据线索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候选模式</a:t>
            </a:r>
          </a:p>
        </p:txBody>
      </p:sp>
      <p:sp>
        <p:nvSpPr>
          <p:cNvPr id="13" name="flow-02">
            <a:extLst xmlns:a="http://schemas.openxmlformats.org/drawingml/2006/main">
              <a:ext uri="{FF2B5EF4-FFF2-40B4-BE49-F238E27FC236}">
                <a16:creationId xmlns:a16="http://schemas.microsoft.com/office/drawing/2014/main" id="{2E65545D-E715-4C76-A377-A99789F1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165723-71F2-4A3C-BA31-4BE340E8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A79788-4D7F-4D28-B41F-811A9F3F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合并完整证据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DD2C3D2-2FDB-4EA9-B74F-EC84E63F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492张逐图观察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图片—店铺映射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竞品全量分布</a:t>
            </a:r>
          </a:p>
        </p:txBody>
      </p:sp>
      <p:sp>
        <p:nvSpPr>
          <p:cNvPr id="17" name="flow-03">
            <a:extLst xmlns:a="http://schemas.openxmlformats.org/drawingml/2006/main">
              <a:ext uri="{FF2B5EF4-FFF2-40B4-BE49-F238E27FC236}">
                <a16:creationId xmlns:a16="http://schemas.microsoft.com/office/drawing/2014/main" id="{5DC0BA7A-A1C3-4275-9544-307BA87F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15416C-1121-4014-9D79-370CBAD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83C1B1-64A3-4B87-B4DB-43A9997F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Sol二次合成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459D393-7DB1-4043-A98E-2735CD0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生成五个Section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每章2–6条结论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写明推导过程</a:t>
            </a:r>
          </a:p>
        </p:txBody>
      </p:sp>
      <p:sp>
        <p:nvSpPr>
          <p:cNvPr id="21" name="flow-04">
            <a:extLst xmlns:a="http://schemas.openxmlformats.org/drawingml/2006/main">
              <a:ext uri="{FF2B5EF4-FFF2-40B4-BE49-F238E27FC236}">
                <a16:creationId xmlns:a16="http://schemas.microsoft.com/office/drawing/2014/main" id="{0F6DA12D-6847-4002-B6CF-7C061E0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C0E97AA-772E-48EB-A78D-4335C5F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06815CA-7660-478F-98DE-3C8139C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程序硬校验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3B2013B-48E5-4D90-9A46-D6F703B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图片ID必须存在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三家竞品分别点名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证据图品牌一致</a:t>
            </a:r>
          </a:p>
        </p:txBody>
      </p:sp>
      <p:sp>
        <p:nvSpPr>
          <p:cNvPr id="25" name="flow-05">
            <a:extLst xmlns:a="http://schemas.openxmlformats.org/drawingml/2006/main">
              <a:ext uri="{FF2B5EF4-FFF2-40B4-BE49-F238E27FC236}">
                <a16:creationId xmlns:a16="http://schemas.microsoft.com/office/drawing/2014/main" id="{7E1D80EB-77E4-4FD9-A081-9F913BB9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14500"/>
            <a:ext cx="19621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8650876-A86F-4EEB-98A2-43CC45C6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7618102-9FAA-46A8-8558-4E1E170F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71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审核后交付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8BFF2C3-3921-4E4B-9C73-27CB2588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61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逐章通过或单章重跑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五章通过后本地排版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PDF不再调用模型</a:t>
            </a:r>
          </a:p>
        </p:txBody>
      </p:sp>
      <p:sp>
        <p:nvSpPr>
          <p:cNvPr id="29" name="experience2-rule-0">
            <a:extLst xmlns:a="http://schemas.openxmlformats.org/drawingml/2006/main">
              <a:ext uri="{FF2B5EF4-FFF2-40B4-BE49-F238E27FC236}">
                <a16:creationId xmlns:a16="http://schemas.microsoft.com/office/drawing/2014/main" id="{AB872145-2EF2-4DD4-840A-63737993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experience2-rule-title-0">
            <a:extLst xmlns:a="http://schemas.openxmlformats.org/drawingml/2006/main">
              <a:ext uri="{FF2B5EF4-FFF2-40B4-BE49-F238E27FC236}">
                <a16:creationId xmlns:a16="http://schemas.microsoft.com/office/drawing/2014/main" id="{51A7A786-A7F1-4D2C-A9C4-8265308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频率与占比</a:t>
            </a:r>
          </a:p>
        </p:txBody>
      </p:sp>
      <p:sp>
        <p:nvSpPr>
          <p:cNvPr id="31" name="experience2-rule-body-0">
            <a:extLst xmlns:a="http://schemas.openxmlformats.org/drawingml/2006/main">
              <a:ext uri="{FF2B5EF4-FFF2-40B4-BE49-F238E27FC236}">
                <a16:creationId xmlns:a16="http://schemas.microsoft.com/office/drawing/2014/main" id="{3E2A1B44-E8FF-43EA-B915-8279F422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只能引用15,107张竞品全量标签分布；106张高清证据不能冒充全量占比。</a:t>
            </a:r>
          </a:p>
        </p:txBody>
      </p:sp>
      <p:sp>
        <p:nvSpPr>
          <p:cNvPr id="32" name="experience2-rule-1">
            <a:extLst xmlns:a="http://schemas.openxmlformats.org/drawingml/2006/main">
              <a:ext uri="{FF2B5EF4-FFF2-40B4-BE49-F238E27FC236}">
                <a16:creationId xmlns:a16="http://schemas.microsoft.com/office/drawing/2014/main" id="{30491474-47ED-421A-914B-4492EC06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xperience2-rule-title-1">
            <a:extLst xmlns:a="http://schemas.openxmlformats.org/drawingml/2006/main">
              <a:ext uri="{FF2B5EF4-FFF2-40B4-BE49-F238E27FC236}">
                <a16:creationId xmlns:a16="http://schemas.microsoft.com/office/drawing/2014/main" id="{CF1EB72F-9805-40FD-BD9F-C935638A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视觉解释</a:t>
            </a:r>
          </a:p>
        </p:txBody>
      </p:sp>
      <p:sp>
        <p:nvSpPr>
          <p:cNvPr id="34" name="experience2-rule-body-1">
            <a:extLst xmlns:a="http://schemas.openxmlformats.org/drawingml/2006/main">
              <a:ext uri="{FF2B5EF4-FFF2-40B4-BE49-F238E27FC236}">
                <a16:creationId xmlns:a16="http://schemas.microsoft.com/office/drawing/2014/main" id="{4EFD6E7A-2EF9-4173-816D-87D310F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来自492张Sol逐图观察；每条结论返回支持图、反例图、代表图和观察字段。</a:t>
            </a:r>
          </a:p>
        </p:txBody>
      </p:sp>
      <p:sp>
        <p:nvSpPr>
          <p:cNvPr id="35" name="experience2-rule-2">
            <a:extLst xmlns:a="http://schemas.openxmlformats.org/drawingml/2006/main">
              <a:ext uri="{FF2B5EF4-FFF2-40B4-BE49-F238E27FC236}">
                <a16:creationId xmlns:a16="http://schemas.microsoft.com/office/drawing/2014/main" id="{185FB1D6-3059-4442-97B3-70BA6B8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467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xperience2-rule-title-2">
            <a:extLst xmlns:a="http://schemas.openxmlformats.org/drawingml/2006/main">
              <a:ext uri="{FF2B5EF4-FFF2-40B4-BE49-F238E27FC236}">
                <a16:creationId xmlns:a16="http://schemas.microsoft.com/office/drawing/2014/main" id="{E6344C10-F535-4679-82BA-C5C6FAF1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品牌比较</a:t>
            </a:r>
          </a:p>
        </p:txBody>
      </p:sp>
      <p:sp>
        <p:nvSpPr>
          <p:cNvPr id="37" name="experience2-rule-body-2">
            <a:extLst xmlns:a="http://schemas.openxmlformats.org/drawingml/2006/main">
              <a:ext uri="{FF2B5EF4-FFF2-40B4-BE49-F238E27FC236}">
                <a16:creationId xmlns:a16="http://schemas.microsoft.com/office/drawing/2014/main" id="{E0F7D234-3793-4AB3-A808-83BAC716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Princess Polly、Motel Rocks、PrettyLittleThing必须分别成结论，并使用本品牌图片。</a:t>
            </a:r>
          </a:p>
        </p:txBody>
      </p:sp>
      <p:sp>
        <p:nvSpPr>
          <p:cNvPr id="38" name="rule">
            <a:extLst xmlns:a="http://schemas.openxmlformats.org/drawingml/2006/main">
              <a:ext uri="{FF2B5EF4-FFF2-40B4-BE49-F238E27FC236}">
                <a16:creationId xmlns:a16="http://schemas.microsoft.com/office/drawing/2014/main" id="{7D48311F-7DFD-4FF7-8650-D809A51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C52CBA1C-59BD-4FC6-82C6-B65711C3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290681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9E6CE13-CB72-4B7A-8108-1F9D9E3E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7A0C39-431E-4AEE-B231-51D841E3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3444A4-2D26-44DC-9132-654D3FAA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用户主动启动专项分析；界面提前说明目标范围、竞品选证据规则、五个Section与费用边界。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5A5A47C-8A3F-435C-BA18-010B9557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E2160BB-131C-418D-9B03-39A2B3E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f5a7ed0444420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F3B91E2-923A-462B-8A27-59A08D1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AD27A30-F96A-4C34-9AA6-16B3CFEE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C9F059A-5B76-439F-A05E-7192757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86C1644-9B8E-45F6-8F75-7E71A8D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7F5669DE-1DBA-447F-BEFB-DCFC65B5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C25EEEE-2A27-412D-835F-7BAD025F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目标：Aloruh Tops＋Skirts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12FB74F0-56F1-4FAB-98B4-ADB94DC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A06E0A3-3C9C-4C1E-829F-1299FA9E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竞品以全量分布为分母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02232218-AA6E-4570-A9AF-F1A8C9FD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8C77809-E9B4-4455-A61C-4B0F71F8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按钮明确提示会产生费用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CCA0E81-ECE9-40B5-9D5C-D074225D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DFBC848-3243-4700-AB0C-10EB5EC9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8478347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ACE281F-1217-456E-A38D-41E7BF19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4566D-5196-4984-A251-C8B6C8D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F5FB56-72D0-419B-BFB0-0AD78695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已完成任务展示386张目标图、15,107张竞品分母、106张高清证据及成本统计。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880E92-3BBD-47E4-A3CE-18437E2C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E69FEF30-F15E-4EBB-9B40-5857CCF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342a401d8416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3A94B9F1-8BE6-47DC-90A0-DF71EFDD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17C8DE70-F4AE-4848-8462-0DE2440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41A7BF5-54B4-4F0B-AF54-8D414DE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CF4EC33-0AC0-493F-B022-4D43A4C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88199C8-6794-4281-A24C-C9858C74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409C754-C4C8-42BD-901C-F5AC3C4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目标店铺全量逐图分析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4A62E67F-8075-49A4-AFF1-DC6BE4E0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5765C61-4CEC-4DA6-9FFE-5A4651F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三家竞品分布＋高清证据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2242C914-DCED-4F95-A9E4-07226C0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B89E0421-A221-4008-B2E5-62E356AD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PDF本地排版成本为0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B32A346-B4EA-4B09-A7F2-043D9159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F6E3E647-7450-40E7-83FD-E5919D9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2350210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30588AF-2089-4322-9786-6377211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0F759A-F3EE-4FD9-968F-E718F6E6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E8BDE6-98DC-4B1F-84C1-A827E7A4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每个Section先展示结论，再展示怎么得到、样本范围、观察字段、支持图与反例图。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B0ADD2-E3DB-44EC-9B8E-132A5DF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6E18096-6ECE-4DD3-B586-FF5D410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f3624ff7b445f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59CD66C0-D6BB-4CFC-BD12-56763BA8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E30523DA-0B72-4309-82C5-58B5095C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77BE32D-7313-41C2-8A33-7064879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39FBA0C-571B-4640-AEDE-9B94F58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FCEC724-A5F3-440F-9EC9-F1AA071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431ADBD-FB53-451F-BB4E-520752B4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8EB5FD1-F857-46D0-A170-40F1472C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02997EC-1D12-4A0C-B1B4-4E1A0D6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647C1E9B-98A0-4CB3-910F-A4FBAD8C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E8E1BBD-F71E-4AF9-8CEE-E882521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5DC7CC4-462F-45D9-89C7-362FB17C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4F9BBD6-AEAC-443E-9BE7-D1F6699C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0865967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069120AB-B232-4F2E-8D88-2C3B8624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ACABC1-881C-47A9-9F70-E68E1B6C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2211A6-1510-4BA2-AC3C-97C6ED5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EE6641-B9B1-4942-A468-97A7625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7305D636-9030-4D9C-A391-30D88BF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094488289481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2F9E88E-A75C-47BA-A185-26806C7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0C38B2F5-A9B5-4D2D-AFDB-F3467B2D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91F6EAC8-916B-412E-B697-8A66209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F1CCE76-E17C-4350-AF36-B6771E0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0291F15B-CE4B-47B4-A4A4-E6BA8FF5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558EF41-3301-453F-A821-8C4051F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65990BD-49FD-46FF-87C2-F03910DB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D97E43D-F768-4444-9746-4AB1F0BD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06495BA5-C921-4B8F-ADB5-1CA0B33D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DE471EB-4A61-43CF-AAE1-D0B8B9A2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F40F7BF-B99B-4EC2-8819-C8ACB12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271FF7E-5A4C-4B3A-85AE-3C4EDBC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4012806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A6302FF-75F6-47D3-A367-179B00C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FCEBDD-3692-4999-99A2-AF58C27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1E9307-4A45-4974-8411-FE24DFFF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第二步只读取已通过草稿进行本地排版；可浏览或下载PDF，不再调用模型。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2E5473-0BF8-426D-AF58-666B3CF3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FA8D7B4-F206-4744-94E4-3C23D56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c78ea294c4d08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5AC83A48-8F9D-41E6-9F79-467FD91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ACFE2D2-138B-4AEC-B218-A1EEB5D2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107992C-CF83-4735-803D-40C26551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22E60D5-3F27-464A-980E-20A44114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F28F2E9-1966-4E9B-AAA2-440DA01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79453D61-C0AD-475B-BC62-2E880DF2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F22E078-3490-4E85-AC53-B1044A7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ED18FA0-E9EF-4517-8D6E-3895D13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02412150-7807-4ED2-B6F7-3CBB1505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686B4A0-B1BE-418E-8AA4-0FFC7D7B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结论与证据进入固定版式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125A032-55F0-4DAF-AF6E-AC73A71A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8F36477-0FFF-4EC8-96B4-C1E07A0A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6636392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2A25C9AD-A5AD-4E01-B69E-4ADB19B8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0FA7C-3D21-4DCD-8DE4-EAC2C92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 页成品由五个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E47808-39D0-4221-832B-EF40A880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每个章节都回答一个不同的问题，并保留代表图、支持图、反例图与推导方法。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DD97C3-21F0-4A31-BDA9-60DAD43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a3152437b4912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FC76D4-F72A-4B9C-BABA-6A86161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D1D799-FCD4-46B4-A531-F892ECC1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F1E8C7-89D1-4976-948B-7C9BDC6E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我们到底像什么？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28318344a47f6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81C736-8627-4DC7-A40C-A0066E0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A467BD-BAB6-4F6C-8571-7FE7E2B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058EBB2-4D26-4F4E-A37D-828CB48C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商品信息是否可读？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f4c5f145c417b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4DC63F-3E69-4974-871A-9E23130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93C3D2C-D773-4BCC-82A7-3C74AC54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E40B2B-0784-4660-860D-2361A02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浏览体验哪里失序？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2d32e67c34c0b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AAF1EF8-B170-4381-9B80-AD1EC83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AD9EA2A-6580-4F6A-8EA9-9EA2685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2D6113F-9FD1-4A4D-994E-227BD14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差距来自什么系统？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976ecc1d84ec0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72F7CD8-2939-46BC-8C1E-7683039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P40–53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8F94141-0553-4022-A180-77C7BEE9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E96954E-DCB1-4918-BAAB-41E38AD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EDA5067D-2359-455C-B4E6-A5876EA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AB70D5F-D816-47CA-A8F8-B128E84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C9695CD-C4ED-4F5D-BC2D-EBDF42B1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536C06E7-50BB-4180-8F80-4704C5D1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4D1946EC-EF59-4A18-BBC8-7407B5C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628633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B66361A0-0C72-494B-BE9F-49C9C315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83603C-A33F-4A8B-8B29-5113B9B4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成品不是图册，而是一套可复用的视觉诊断语言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8F9084-1AFE-413F-9868-928FBC9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从品牌母题、品类图法、店铺秩序、竞品系统，最终落到可执行的视觉系列方案。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2FB10C-F8F5-43A4-B945-09F3D2A7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25ebc4bd74c95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1c4b0f8b04e03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42b331b5b4adb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6f2e3820e42d9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视觉诊断">
            <a:extLst xmlns:a="http://schemas.openxmlformats.org/drawingml/2006/main">
              <a:ext uri="{FF2B5EF4-FFF2-40B4-BE49-F238E27FC236}">
                <a16:creationId xmlns:a16="http://schemas.microsoft.com/office/drawing/2014/main" id="{4806ED65-E5F5-4C5D-8A9B-36B2A10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0" name="metric-label-页视觉诊断">
            <a:extLst xmlns:a="http://schemas.openxmlformats.org/drawingml/2006/main">
              <a:ext uri="{FF2B5EF4-FFF2-40B4-BE49-F238E27FC236}">
                <a16:creationId xmlns:a16="http://schemas.microsoft.com/office/drawing/2014/main" id="{BA45EB0D-F5C2-4680-BF05-F8819A85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页视觉诊断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DF17E1F3-4476-4BCA-8D4F-63EA9E1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B58A3D8C-7E13-4762-9DAD-B1A80DF6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532C86-3B4E-4C84-9EE8-B317994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DF5449-BFCB-404D-9F7F-14CEC83A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Aloruh纯视觉诊断－图片结论版.pdf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E209574-C97F-493D-B29C-C6D785AF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9F8E872-D679-4C0E-AC60-6254F63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5070966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8F6E405-15CB-4471-A239-E88E1FC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0E374BF-08DE-441F-AF85-8A0BFB12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下一步，应该把它变成什么？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2DFAC5-0126-4BF2-96DE-0A02EB73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5CC5120-C398-4675-89CF-0D4CACEC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采集边界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74FE3C-EBE0-4FA4-B661-19A076C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哪些站点继续自动化，哪些登录与验证码环节必须保留人工确认？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B071E24-E903-470E-A9F4-3EC95D6F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5E2DFB-2B9B-4C80-A1D9-2785F98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408673-1D2F-46D7-A668-AE0FCBF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维度体系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6765F7-0C73-4089-9F62-E34746F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现有15维是否足够支持视觉决策，还是需要新增品牌专属维度？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113D0A6-5F12-4F45-AB07-CFE38C8B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279348-B03D-4625-A5C3-8C62D163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30BEDE-894A-4358-973E-4707678B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使用分工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9B1CBC-28B1-4683-AF4A-16C9E341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探索型组合分析与报告型整体分析，分别应该由谁、在何时使用？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0167405-BAC6-4FB0-9C6F-1DC2E1A6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829395-2BDD-41B0-A611-95A257B2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F19637-CB37-4897-96A6-48B72333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68CBA34-DFA2-4CEB-A320-8C83D288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PDF止于结论，还是继续连接拍摄brief、图序规范与效果KPI？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01374F9-C036-487F-B8D8-0257D6EE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B20CD6-BAA2-4581-BD0D-A42054C6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02725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2026-08-26T06:40:43.9250000Z</dcterms:created>
  <dcterms:modified xsi:type="dcterms:W3CDTF">2026-08-26T06:40:43.9260000Z</dcterms:modified>
</coreProperties>
</file>