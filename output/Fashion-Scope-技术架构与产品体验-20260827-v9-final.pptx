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dc371cfe240da" /><Relationship Type="http://schemas.openxmlformats.org/officeDocument/2006/relationships/extended-properties" Target="/docProps/app.xml" Id="R44833bfd972c465c" /><Relationship Type="http://schemas.openxmlformats.org/officeDocument/2006/relationships/officeDocument" Target="/ppt/presentation.xml" Id="Rf1d70f924def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81c8ec344a4493"/>
  </p:sldMasterIdLst>
  <p:notesMasterIdLst>
    <p:notesMasterId xmlns:r="http://schemas.openxmlformats.org/officeDocument/2006/relationships" r:id="R396caa36f8f340c2"/>
  </p:notesMasterIdLst>
  <p:sldIdLst>
    <p:sldId xmlns:r="http://schemas.openxmlformats.org/officeDocument/2006/relationships" id="256" r:id="R06b2142cea144c61"/>
    <p:sldId xmlns:r="http://schemas.openxmlformats.org/officeDocument/2006/relationships" id="257" r:id="R3ec5cd406df3414d"/>
    <p:sldId xmlns:r="http://schemas.openxmlformats.org/officeDocument/2006/relationships" id="258" r:id="Rbf49e27f83784c1f"/>
    <p:sldId xmlns:r="http://schemas.openxmlformats.org/officeDocument/2006/relationships" id="259" r:id="R9592cbee6acb42bf"/>
    <p:sldId xmlns:r="http://schemas.openxmlformats.org/officeDocument/2006/relationships" id="260" r:id="R0514b9c2475743eb"/>
    <p:sldId xmlns:r="http://schemas.openxmlformats.org/officeDocument/2006/relationships" id="261" r:id="R7eb3b5e3589e4330"/>
    <p:sldId xmlns:r="http://schemas.openxmlformats.org/officeDocument/2006/relationships" id="262" r:id="R9b6461a4856f4d64"/>
    <p:sldId xmlns:r="http://schemas.openxmlformats.org/officeDocument/2006/relationships" id="263" r:id="R10f4f98781144ca6"/>
    <p:sldId xmlns:r="http://schemas.openxmlformats.org/officeDocument/2006/relationships" id="264" r:id="Ra2c247ee124646b2"/>
    <p:sldId xmlns:r="http://schemas.openxmlformats.org/officeDocument/2006/relationships" id="265" r:id="R7c03ca94099748bc"/>
    <p:sldId xmlns:r="http://schemas.openxmlformats.org/officeDocument/2006/relationships" id="266" r:id="Rcf07824a20d64468"/>
    <p:sldId xmlns:r="http://schemas.openxmlformats.org/officeDocument/2006/relationships" id="267" r:id="Rcc6d66f5607a41af"/>
    <p:sldId xmlns:r="http://schemas.openxmlformats.org/officeDocument/2006/relationships" id="268" r:id="R7fdf6e9833504f62"/>
    <p:sldId xmlns:r="http://schemas.openxmlformats.org/officeDocument/2006/relationships" id="269" r:id="R27a2eb9a124f46a7"/>
    <p:sldId xmlns:r="http://schemas.openxmlformats.org/officeDocument/2006/relationships" id="270" r:id="R83145b338a104f02"/>
    <p:sldId xmlns:r="http://schemas.openxmlformats.org/officeDocument/2006/relationships" id="271" r:id="R1baa0be4cf4740b5"/>
    <p:sldId xmlns:r="http://schemas.openxmlformats.org/officeDocument/2006/relationships" id="272" r:id="Rdf99d6e2d30645f6"/>
    <p:sldId xmlns:r="http://schemas.openxmlformats.org/officeDocument/2006/relationships" id="273" r:id="R8abe6a2dc3fc4120"/>
    <p:sldId xmlns:r="http://schemas.openxmlformats.org/officeDocument/2006/relationships" id="274" r:id="R6f6a3c9bc98e46e0"/>
    <p:sldId xmlns:r="http://schemas.openxmlformats.org/officeDocument/2006/relationships" id="275" r:id="R900c428e3ac44ac7"/>
    <p:sldId xmlns:r="http://schemas.openxmlformats.org/officeDocument/2006/relationships" id="276" r:id="R282ab159e9e5465e"/>
    <p:sldId xmlns:r="http://schemas.openxmlformats.org/officeDocument/2006/relationships" id="277" r:id="R2f653f4b31ca4990"/>
    <p:sldId xmlns:r="http://schemas.openxmlformats.org/officeDocument/2006/relationships" id="278" r:id="R0968794b140744e8"/>
    <p:sldId xmlns:r="http://schemas.openxmlformats.org/officeDocument/2006/relationships" id="279" r:id="R5241ce9998fc4f8c"/>
    <p:sldId xmlns:r="http://schemas.openxmlformats.org/officeDocument/2006/relationships" id="280" r:id="Reb6c0062e8ba48cd"/>
    <p:sldId xmlns:r="http://schemas.openxmlformats.org/officeDocument/2006/relationships" id="281" r:id="R238e8780141c4515"/>
    <p:sldId xmlns:r="http://schemas.openxmlformats.org/officeDocument/2006/relationships" id="282" r:id="Ra339e0165388452e"/>
    <p:sldId xmlns:r="http://schemas.openxmlformats.org/officeDocument/2006/relationships" id="283" r:id="R9f1d0459aecd440a"/>
    <p:sldId xmlns:r="http://schemas.openxmlformats.org/officeDocument/2006/relationships" id="284" r:id="R4261f0f86cc84aed"/>
    <p:sldId xmlns:r="http://schemas.openxmlformats.org/officeDocument/2006/relationships" id="285" r:id="Rac61a8b9287343fd"/>
    <p:sldId xmlns:r="http://schemas.openxmlformats.org/officeDocument/2006/relationships" id="286" r:id="R2f04ac16731c4c24"/>
    <p:sldId xmlns:r="http://schemas.openxmlformats.org/officeDocument/2006/relationships" id="287" r:id="R2f0f3c4883ed44cb"/>
    <p:sldId xmlns:r="http://schemas.openxmlformats.org/officeDocument/2006/relationships" id="288" r:id="R5bc787af63bc4307"/>
    <p:sldId xmlns:r="http://schemas.openxmlformats.org/officeDocument/2006/relationships" id="289" r:id="R1da5fbf7859546ff"/>
    <p:sldId xmlns:r="http://schemas.openxmlformats.org/officeDocument/2006/relationships" id="290" r:id="Rae259230dc8241f7"/>
    <p:sldId xmlns:r="http://schemas.openxmlformats.org/officeDocument/2006/relationships" id="291" r:id="R0d49ce0ec6aa4349"/>
    <p:sldId xmlns:r="http://schemas.openxmlformats.org/officeDocument/2006/relationships" id="292" r:id="R968c9870f75847fd"/>
    <p:sldId xmlns:r="http://schemas.openxmlformats.org/officeDocument/2006/relationships" id="293" r:id="Rd1fb666b4f5b4d4b"/>
    <p:sldId xmlns:r="http://schemas.openxmlformats.org/officeDocument/2006/relationships" id="294" r:id="Rd6270fe8c52d4f33"/>
    <p:sldId xmlns:r="http://schemas.openxmlformats.org/officeDocument/2006/relationships" id="295" r:id="R23f4e6968c8643ce"/>
    <p:sldId xmlns:r="http://schemas.openxmlformats.org/officeDocument/2006/relationships" id="296" r:id="R76c8393a2b94426b"/>
    <p:sldId xmlns:r="http://schemas.openxmlformats.org/officeDocument/2006/relationships" id="297" r:id="R44a2d2c7ce7543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b90af559b74a48" /><Relationship Type="http://schemas.openxmlformats.org/officeDocument/2006/relationships/slideMaster" Target="/ppt/slideMasters/slideMaster1.xml" Id="R7081c8ec344a4493" /><Relationship Type="http://schemas.openxmlformats.org/officeDocument/2006/relationships/notesMaster" Target="/ppt/notesMasters/notesMaster1.xml" Id="R396caa36f8f340c2" /><Relationship Type="http://schemas.openxmlformats.org/officeDocument/2006/relationships/presProps" Target="/ppt/presProps.xml" Id="R47b5a1ab4fad4f8c" /><Relationship Type="http://schemas.openxmlformats.org/officeDocument/2006/relationships/tableStyles" Target="/ppt/tableStyles.xml" Id="Rea14ed632eb74737" /><Relationship Type="http://schemas.openxmlformats.org/officeDocument/2006/relationships/slide" Target="/ppt/slides/slide1.xml" Id="R06b2142cea144c61" /><Relationship Type="http://schemas.openxmlformats.org/officeDocument/2006/relationships/slide" Target="/ppt/slides/slide2.xml" Id="R3ec5cd406df3414d" /><Relationship Type="http://schemas.openxmlformats.org/officeDocument/2006/relationships/slide" Target="/ppt/slides/slide3.xml" Id="Rbf49e27f83784c1f" /><Relationship Type="http://schemas.openxmlformats.org/officeDocument/2006/relationships/slide" Target="/ppt/slides/slide4.xml" Id="R9592cbee6acb42bf" /><Relationship Type="http://schemas.openxmlformats.org/officeDocument/2006/relationships/slide" Target="/ppt/slides/slide5.xml" Id="R0514b9c2475743eb" /><Relationship Type="http://schemas.openxmlformats.org/officeDocument/2006/relationships/slide" Target="/ppt/slides/slide6.xml" Id="R7eb3b5e3589e4330" /><Relationship Type="http://schemas.openxmlformats.org/officeDocument/2006/relationships/slide" Target="/ppt/slides/slide7.xml" Id="R9b6461a4856f4d64" /><Relationship Type="http://schemas.openxmlformats.org/officeDocument/2006/relationships/slide" Target="/ppt/slides/slide8.xml" Id="R10f4f98781144ca6" /><Relationship Type="http://schemas.openxmlformats.org/officeDocument/2006/relationships/slide" Target="/ppt/slides/slide9.xml" Id="Ra2c247ee124646b2" /><Relationship Type="http://schemas.openxmlformats.org/officeDocument/2006/relationships/slide" Target="/ppt/slides/slide10.xml" Id="R7c03ca94099748bc" /><Relationship Type="http://schemas.openxmlformats.org/officeDocument/2006/relationships/slide" Target="/ppt/slides/slide11.xml" Id="Rcf07824a20d64468" /><Relationship Type="http://schemas.openxmlformats.org/officeDocument/2006/relationships/slide" Target="/ppt/slides/slide12.xml" Id="Rcc6d66f5607a41af" /><Relationship Type="http://schemas.openxmlformats.org/officeDocument/2006/relationships/slide" Target="/ppt/slides/slide13.xml" Id="R7fdf6e9833504f62" /><Relationship Type="http://schemas.openxmlformats.org/officeDocument/2006/relationships/slide" Target="/ppt/slides/slide14.xml" Id="R27a2eb9a124f46a7" /><Relationship Type="http://schemas.openxmlformats.org/officeDocument/2006/relationships/slide" Target="/ppt/slides/slide15.xml" Id="R83145b338a104f02" /><Relationship Type="http://schemas.openxmlformats.org/officeDocument/2006/relationships/slide" Target="/ppt/slides/slide16.xml" Id="R1baa0be4cf4740b5" /><Relationship Type="http://schemas.openxmlformats.org/officeDocument/2006/relationships/slide" Target="/ppt/slides/slide17.xml" Id="Rdf99d6e2d30645f6" /><Relationship Type="http://schemas.openxmlformats.org/officeDocument/2006/relationships/slide" Target="/ppt/slides/slide18.xml" Id="R8abe6a2dc3fc4120" /><Relationship Type="http://schemas.openxmlformats.org/officeDocument/2006/relationships/slide" Target="/ppt/slides/slide19.xml" Id="R6f6a3c9bc98e46e0" /><Relationship Type="http://schemas.openxmlformats.org/officeDocument/2006/relationships/slide" Target="/ppt/slides/slide20.xml" Id="R900c428e3ac44ac7" /><Relationship Type="http://schemas.openxmlformats.org/officeDocument/2006/relationships/slide" Target="/ppt/slides/slide21.xml" Id="R282ab159e9e5465e" /><Relationship Type="http://schemas.openxmlformats.org/officeDocument/2006/relationships/slide" Target="/ppt/slides/slide22.xml" Id="R2f653f4b31ca4990" /><Relationship Type="http://schemas.openxmlformats.org/officeDocument/2006/relationships/slide" Target="/ppt/slides/slide23.xml" Id="R0968794b140744e8" /><Relationship Type="http://schemas.openxmlformats.org/officeDocument/2006/relationships/slide" Target="/ppt/slides/slide24.xml" Id="R5241ce9998fc4f8c" /><Relationship Type="http://schemas.openxmlformats.org/officeDocument/2006/relationships/slide" Target="/ppt/slides/slide25.xml" Id="Reb6c0062e8ba48cd" /><Relationship Type="http://schemas.openxmlformats.org/officeDocument/2006/relationships/slide" Target="/ppt/slides/slide26.xml" Id="R238e8780141c4515" /><Relationship Type="http://schemas.openxmlformats.org/officeDocument/2006/relationships/slide" Target="/ppt/slides/slide27.xml" Id="Ra339e0165388452e" /><Relationship Type="http://schemas.openxmlformats.org/officeDocument/2006/relationships/slide" Target="/ppt/slides/slide28.xml" Id="R9f1d0459aecd440a" /><Relationship Type="http://schemas.openxmlformats.org/officeDocument/2006/relationships/slide" Target="/ppt/slides/slide29.xml" Id="R4261f0f86cc84aed" /><Relationship Type="http://schemas.openxmlformats.org/officeDocument/2006/relationships/slide" Target="/ppt/slides/slide30.xml" Id="Rac61a8b9287343fd" /><Relationship Type="http://schemas.openxmlformats.org/officeDocument/2006/relationships/slide" Target="/ppt/slides/slide31.xml" Id="R2f04ac16731c4c24" /><Relationship Type="http://schemas.openxmlformats.org/officeDocument/2006/relationships/slide" Target="/ppt/slides/slide32.xml" Id="R2f0f3c4883ed44cb" /><Relationship Type="http://schemas.openxmlformats.org/officeDocument/2006/relationships/slide" Target="/ppt/slides/slide33.xml" Id="R5bc787af63bc4307" /><Relationship Type="http://schemas.openxmlformats.org/officeDocument/2006/relationships/slide" Target="/ppt/slides/slide34.xml" Id="R1da5fbf7859546ff" /><Relationship Type="http://schemas.openxmlformats.org/officeDocument/2006/relationships/slide" Target="/ppt/slides/slide35.xml" Id="Rae259230dc8241f7" /><Relationship Type="http://schemas.openxmlformats.org/officeDocument/2006/relationships/slide" Target="/ppt/slides/slide36.xml" Id="R0d49ce0ec6aa4349" /><Relationship Type="http://schemas.openxmlformats.org/officeDocument/2006/relationships/slide" Target="/ppt/slides/slide37.xml" Id="R968c9870f75847fd" /><Relationship Type="http://schemas.openxmlformats.org/officeDocument/2006/relationships/slide" Target="/ppt/slides/slide38.xml" Id="Rd1fb666b4f5b4d4b" /><Relationship Type="http://schemas.openxmlformats.org/officeDocument/2006/relationships/slide" Target="/ppt/slides/slide39.xml" Id="Rd6270fe8c52d4f33" /><Relationship Type="http://schemas.openxmlformats.org/officeDocument/2006/relationships/slide" Target="/ppt/slides/slide40.xml" Id="R23f4e6968c8643ce" /><Relationship Type="http://schemas.openxmlformats.org/officeDocument/2006/relationships/slide" Target="/ppt/slides/slide41.xml" Id="R76c8393a2b94426b" /><Relationship Type="http://schemas.openxmlformats.org/officeDocument/2006/relationships/slide" Target="/ppt/slides/slide42.xml" Id="R44a2d2c7ce7543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8ebb86fff4d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403b4d0df4db8" /><Relationship Type="http://schemas.openxmlformats.org/officeDocument/2006/relationships/notesMaster" Target="/ppt/notesMasters/notesMaster1.xml" Id="R01d29dff4fc04d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9661c135454170" /><Relationship Type="http://schemas.openxmlformats.org/officeDocument/2006/relationships/notesMaster" Target="/ppt/notesMasters/notesMaster1.xml" Id="R0fd5c40c9a1648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0e90fe77a64943" /><Relationship Type="http://schemas.openxmlformats.org/officeDocument/2006/relationships/notesMaster" Target="/ppt/notesMasters/notesMaster1.xml" Id="Rf81d10fcc1fe46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fdb8cb9a704548" /><Relationship Type="http://schemas.openxmlformats.org/officeDocument/2006/relationships/notesMaster" Target="/ppt/notesMasters/notesMaster1.xml" Id="R65833356f98d4e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375821fd5d4d8e" /><Relationship Type="http://schemas.openxmlformats.org/officeDocument/2006/relationships/notesMaster" Target="/ppt/notesMasters/notesMaster1.xml" Id="Re2ca5bb0ebc54d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f3e3c100f64292" /><Relationship Type="http://schemas.openxmlformats.org/officeDocument/2006/relationships/notesMaster" Target="/ppt/notesMasters/notesMaster1.xml" Id="R4bf7ca7a7ca845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cb3d104610418b" /><Relationship Type="http://schemas.openxmlformats.org/officeDocument/2006/relationships/notesMaster" Target="/ppt/notesMasters/notesMaster1.xml" Id="R3642a34aa05a45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03d11e9a3348d8" /><Relationship Type="http://schemas.openxmlformats.org/officeDocument/2006/relationships/notesMaster" Target="/ppt/notesMasters/notesMaster1.xml" Id="Rbf8ebe8b9467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d80a2fbd6c4f89" /><Relationship Type="http://schemas.openxmlformats.org/officeDocument/2006/relationships/notesMaster" Target="/ppt/notesMasters/notesMaster1.xml" Id="R13c31621a51b4a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8dbeb549424c8e" /><Relationship Type="http://schemas.openxmlformats.org/officeDocument/2006/relationships/notesMaster" Target="/ppt/notesMasters/notesMaster1.xml" Id="R3768407e855a45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2597558f6c4e37" /><Relationship Type="http://schemas.openxmlformats.org/officeDocument/2006/relationships/notesMaster" Target="/ppt/notesMasters/notesMaster1.xml" Id="Rd8f3c61187f946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1b67cf8bf64beb" /><Relationship Type="http://schemas.openxmlformats.org/officeDocument/2006/relationships/notesMaster" Target="/ppt/notesMasters/notesMaster1.xml" Id="Rb5365013da364c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4844c736f6474c" /><Relationship Type="http://schemas.openxmlformats.org/officeDocument/2006/relationships/notesMaster" Target="/ppt/notesMasters/notesMaster1.xml" Id="Rc8d96d8e62564e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c216e9852747af" /><Relationship Type="http://schemas.openxmlformats.org/officeDocument/2006/relationships/notesMaster" Target="/ppt/notesMasters/notesMaster1.xml" Id="R9dff965a88734d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aed2f104c24cda" /><Relationship Type="http://schemas.openxmlformats.org/officeDocument/2006/relationships/notesMaster" Target="/ppt/notesMasters/notesMaster1.xml" Id="R94e81307181c4b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6d611db3614918" /><Relationship Type="http://schemas.openxmlformats.org/officeDocument/2006/relationships/notesMaster" Target="/ppt/notesMasters/notesMaster1.xml" Id="R91d566ce8c504e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69f966cd0c43e7" /><Relationship Type="http://schemas.openxmlformats.org/officeDocument/2006/relationships/notesMaster" Target="/ppt/notesMasters/notesMaster1.xml" Id="Rf89966d0948340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dea85c2a284ce0" /><Relationship Type="http://schemas.openxmlformats.org/officeDocument/2006/relationships/notesMaster" Target="/ppt/notesMasters/notesMaster1.xml" Id="R66da27733eeb4e1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701b734c9b4e86" /><Relationship Type="http://schemas.openxmlformats.org/officeDocument/2006/relationships/notesMaster" Target="/ppt/notesMasters/notesMaster1.xml" Id="R5e7ca6d6f1bb42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6e7f911a3d4f9f" /><Relationship Type="http://schemas.openxmlformats.org/officeDocument/2006/relationships/notesMaster" Target="/ppt/notesMasters/notesMaster1.xml" Id="Rab5ac7e0a3da40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160742348c4668" /><Relationship Type="http://schemas.openxmlformats.org/officeDocument/2006/relationships/notesMaster" Target="/ppt/notesMasters/notesMaster1.xml" Id="R76cb0a2efef743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941339a22e046ed" /><Relationship Type="http://schemas.openxmlformats.org/officeDocument/2006/relationships/notesMaster" Target="/ppt/notesMasters/notesMaster1.xml" Id="R343fa931aa894f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e10e4ae90445b7" /><Relationship Type="http://schemas.openxmlformats.org/officeDocument/2006/relationships/notesMaster" Target="/ppt/notesMasters/notesMaster1.xml" Id="R27430fec6f8145e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6085bb84a7a45e4" /><Relationship Type="http://schemas.openxmlformats.org/officeDocument/2006/relationships/notesMaster" Target="/ppt/notesMasters/notesMaster1.xml" Id="R0793bb69b9f049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fd6c18da86049dd" /><Relationship Type="http://schemas.openxmlformats.org/officeDocument/2006/relationships/notesMaster" Target="/ppt/notesMasters/notesMaster1.xml" Id="R484fc1194a2f4e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ae4acc7b6184d3e" /><Relationship Type="http://schemas.openxmlformats.org/officeDocument/2006/relationships/notesMaster" Target="/ppt/notesMasters/notesMaster1.xml" Id="Rb97e3c636d2b40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34803690e64930" /><Relationship Type="http://schemas.openxmlformats.org/officeDocument/2006/relationships/notesMaster" Target="/ppt/notesMasters/notesMaster1.xml" Id="Rbdae9ef00e0b4ad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c36e710b91b4243" /><Relationship Type="http://schemas.openxmlformats.org/officeDocument/2006/relationships/notesMaster" Target="/ppt/notesMasters/notesMaster1.xml" Id="R43a49a48a7e942d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86086c463e4b12" /><Relationship Type="http://schemas.openxmlformats.org/officeDocument/2006/relationships/notesMaster" Target="/ppt/notesMasters/notesMaster1.xml" Id="R7504880c92e3482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84d6226f6b4b10" /><Relationship Type="http://schemas.openxmlformats.org/officeDocument/2006/relationships/notesMaster" Target="/ppt/notesMasters/notesMaster1.xml" Id="R6bf87b234985462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2deb6ff2cc247da" /><Relationship Type="http://schemas.openxmlformats.org/officeDocument/2006/relationships/notesMaster" Target="/ppt/notesMasters/notesMaster1.xml" Id="Rfede4a153892466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0a9a2234dc47ef" /><Relationship Type="http://schemas.openxmlformats.org/officeDocument/2006/relationships/notesMaster" Target="/ppt/notesMasters/notesMaster1.xml" Id="Ra322199971a84a7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8c1c40f82e4bc1" /><Relationship Type="http://schemas.openxmlformats.org/officeDocument/2006/relationships/notesMaster" Target="/ppt/notesMasters/notesMaster1.xml" Id="R7b14a53645f54bb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ae4d0f5ab894678" /><Relationship Type="http://schemas.openxmlformats.org/officeDocument/2006/relationships/notesMaster" Target="/ppt/notesMasters/notesMaster1.xml" Id="Ra53ae8c94a8e49e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a078d83b46e4272" /><Relationship Type="http://schemas.openxmlformats.org/officeDocument/2006/relationships/notesMaster" Target="/ppt/notesMasters/notesMaster1.xml" Id="Re6a5b99a7dca4b4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9645e60be34299" /><Relationship Type="http://schemas.openxmlformats.org/officeDocument/2006/relationships/notesMaster" Target="/ppt/notesMasters/notesMaster1.xml" Id="R5ad6dcd5462945f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d8e5287234146f9" /><Relationship Type="http://schemas.openxmlformats.org/officeDocument/2006/relationships/notesMaster" Target="/ppt/notesMasters/notesMaster1.xml" Id="R2e647a0196d049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12b215e27d4346" /><Relationship Type="http://schemas.openxmlformats.org/officeDocument/2006/relationships/notesMaster" Target="/ppt/notesMasters/notesMaster1.xml" Id="R6ebe8f74d88e442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117ec8e8a54973" /><Relationship Type="http://schemas.openxmlformats.org/officeDocument/2006/relationships/notesMaster" Target="/ppt/notesMasters/notesMaster1.xml" Id="R529c5e7b4b66417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a07e03112774a7a" /><Relationship Type="http://schemas.openxmlformats.org/officeDocument/2006/relationships/notesMaster" Target="/ppt/notesMasters/notesMaster1.xml" Id="Re7dfc02cfd6141c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587fd0024bd4379" /><Relationship Type="http://schemas.openxmlformats.org/officeDocument/2006/relationships/notesMaster" Target="/ppt/notesMasters/notesMaster1.xml" Id="Re07489a3826b471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8784e603640434f" /><Relationship Type="http://schemas.openxmlformats.org/officeDocument/2006/relationships/notesMaster" Target="/ppt/notesMasters/notesMaster1.xml" Id="Rf253c5b4d9cd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./app/server.py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./app/deploy_kevindigital.sh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./app/explorer.db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Remote relabeled SQLite aggregate query executed 2026-08-27: 27,355 analyzed images and 650,411 tag rows.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./data/aloruh_shein_browser_export.json</a:t>
            </a:r>
          </a:p>
          <a:p xmlns:a="http://schemas.openxmlformats.org/drawingml/2006/main">
            <a:r>
              <a:t>- ./data/aloruh_shein_browser_export.recollect.partial.json</a:t>
            </a:r>
          </a:p>
          <a:p xmlns:a="http://schemas.openxmlformats.org/drawingml/2006/main">
            <a:r>
              <a:t>- ./pipelines/analysis/prepare_aloruh_shein_for_explorer.py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./pipelines/collection/collect_catalogs.py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- ./pipelines/analysis/high_resolution_images.py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./app/src/imageAnalysis.js</a:t>
            </a:r>
          </a:p>
          <a:p xmlns:a="http://schemas.openxmlformats.org/drawingml/2006/main">
            <a:r>
              <a:t>- ./app/database_builder.py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./pipelines/analysis/analyze_explorer_images.py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./app/src/ImageDimensions.jsx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./pipelines/analysis/analyze_dimension_selection.py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- ./app/src/Reports.jsx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slides/fashion-scope/assets/experience2-step1-start-report-v9.png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slides/fashion-scope/assets/experience2-step5-final-pdf.png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./app/report_pdf_pages.py</a:t>
            </a:r>
          </a:p>
          <a:p xmlns:a="http://schemas.openxmlformats.org/drawingml/2006/main">
            <a:r>
              <a:t>- ./output/pdf/Aloruh店铺视觉诊断-白皮书覆盖版-20260827.pdf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./output/pdf/Aloruh店铺视觉诊断-白皮书覆盖版-20260827.pdf</a:t>
            </a:r>
          </a:p>
          <a:p xmlns:a="http://schemas.openxmlformats.org/drawingml/2006/main">
            <a:r>
              <a:t>- ./slides/fashion-scope/assets/page-53.jpg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./pipelines/analysis/azure_openai_fashion_analyzer.py</a:t>
            </a:r>
          </a:p>
          <a:p xmlns:a="http://schemas.openxmlformats.org/drawingml/2006/main">
            <a:r>
              <a:t>- ./pipelines/analysis/fashion_image_analysis.py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./pipelines/analysis/report_analysis_model.py</a:t>
            </a:r>
          </a:p>
          <a:p xmlns:a="http://schemas.openxmlformats.org/drawingml/2006/main">
            <a:r>
              <a:t>- ./pipelines/analysis/report_analysis_runner.py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0dae73b5147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7130d4eaf43eb" /><Relationship Type="http://schemas.openxmlformats.org/officeDocument/2006/relationships/slideLayout" Target="/ppt/slideLayouts/slideLayout1.xml" Id="Rc7c5ecceafc14c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c5ecceafc14c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7116d207a4fe8" /><Relationship Type="http://schemas.openxmlformats.org/officeDocument/2006/relationships/image" Target="/ppt/media/image.jpeg" Id="Re14271781fc645c6" /><Relationship Type="http://schemas.openxmlformats.org/officeDocument/2006/relationships/notesSlide" Target="/ppt/notesSlides/notesSlide1.xml" Id="Rf9a2a4a34c874e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34e2fc1814d08" /><Relationship Type="http://schemas.openxmlformats.org/officeDocument/2006/relationships/notesSlide" Target="/ppt/notesSlides/notesSlide2.xml" Id="R9ddedf89c48041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602a4abda476a" /><Relationship Type="http://schemas.openxmlformats.org/officeDocument/2006/relationships/notesSlide" Target="/ppt/notesSlides/notesSlide3.xml" Id="Rd0346cc7bd72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9a99835e24db9" /><Relationship Type="http://schemas.openxmlformats.org/officeDocument/2006/relationships/notesSlide" Target="/ppt/notesSlides/notesSlide4.xml" Id="R2d3cf43cf2dc46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f1f16bea44d32" /><Relationship Type="http://schemas.openxmlformats.org/officeDocument/2006/relationships/notesSlide" Target="/ppt/notesSlides/notesSlide5.xml" Id="R42bbe69ab3fc4f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91942d77d4b1f" /><Relationship Type="http://schemas.openxmlformats.org/officeDocument/2006/relationships/notesSlide" Target="/ppt/notesSlides/notesSlide6.xml" Id="R2ea10b69b49e4a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9a9cf3a5a4985" /><Relationship Type="http://schemas.openxmlformats.org/officeDocument/2006/relationships/notesSlide" Target="/ppt/notesSlides/notesSlide7.xml" Id="Ref7af881c48b4e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9845783e548b0" /><Relationship Type="http://schemas.openxmlformats.org/officeDocument/2006/relationships/notesSlide" Target="/ppt/notesSlides/notesSlide8.xml" Id="R48d865777d8b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cd986582a4517" /><Relationship Type="http://schemas.openxmlformats.org/officeDocument/2006/relationships/notesSlide" Target="/ppt/notesSlides/notesSlide9.xml" Id="R9cb627684b4242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ef3bea6ee4b66" /><Relationship Type="http://schemas.openxmlformats.org/officeDocument/2006/relationships/notesSlide" Target="/ppt/notesSlides/notesSlide10.xml" Id="R44178cd378dc4a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cf0d0228642ce" /><Relationship Type="http://schemas.openxmlformats.org/officeDocument/2006/relationships/notesSlide" Target="/ppt/notesSlides/notesSlide11.xml" Id="R745c8f7476dc48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6562d3e949a8" /><Relationship Type="http://schemas.openxmlformats.org/officeDocument/2006/relationships/notesSlide" Target="/ppt/notesSlides/notesSlide12.xml" Id="R33f411531bab40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44ad144f644b3" /><Relationship Type="http://schemas.openxmlformats.org/officeDocument/2006/relationships/notesSlide" Target="/ppt/notesSlides/notesSlide13.xml" Id="Rec75693054df4d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95b5d5b8144bb" /><Relationship Type="http://schemas.openxmlformats.org/officeDocument/2006/relationships/notesSlide" Target="/ppt/notesSlides/notesSlide14.xml" Id="R3920321caaaf42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2975945ad4087" /><Relationship Type="http://schemas.openxmlformats.org/officeDocument/2006/relationships/image" Target="/ppt/media/image.png" Id="Re149610a3a7947da" /><Relationship Type="http://schemas.openxmlformats.org/officeDocument/2006/relationships/notesSlide" Target="/ppt/notesSlides/notesSlide15.xml" Id="R2c1b15d686c94c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bdfae10634f02" /><Relationship Type="http://schemas.openxmlformats.org/officeDocument/2006/relationships/image" Target="/ppt/media/image2.png" Id="Rdbeccb36b4e24f8c" /><Relationship Type="http://schemas.openxmlformats.org/officeDocument/2006/relationships/notesSlide" Target="/ppt/notesSlides/notesSlide16.xml" Id="Rea8b397fda3e4e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51b41edd040b7" /><Relationship Type="http://schemas.openxmlformats.org/officeDocument/2006/relationships/image" Target="/ppt/media/image3.png" Id="Rb0ca88543cec417a" /><Relationship Type="http://schemas.openxmlformats.org/officeDocument/2006/relationships/notesSlide" Target="/ppt/notesSlides/notesSlide17.xml" Id="Rc0de74defc9c4f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77f119154b69" /><Relationship Type="http://schemas.openxmlformats.org/officeDocument/2006/relationships/image" Target="/ppt/media/image4.png" Id="Rff4aaa13c6c74a30" /><Relationship Type="http://schemas.openxmlformats.org/officeDocument/2006/relationships/notesSlide" Target="/ppt/notesSlides/notesSlide18.xml" Id="R695ec1c60e2f46e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d1ed5595f4529" /><Relationship Type="http://schemas.openxmlformats.org/officeDocument/2006/relationships/image" Target="/ppt/media/image5.png" Id="Rfe0dfcece4fc4a1a" /><Relationship Type="http://schemas.openxmlformats.org/officeDocument/2006/relationships/notesSlide" Target="/ppt/notesSlides/notesSlide19.xml" Id="Rdfd275ecd51943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4d96507874061" /><Relationship Type="http://schemas.openxmlformats.org/officeDocument/2006/relationships/image" Target="/ppt/media/image6.png" Id="R114c0d4e1ef143ac" /><Relationship Type="http://schemas.openxmlformats.org/officeDocument/2006/relationships/notesSlide" Target="/ppt/notesSlides/notesSlide20.xml" Id="R6757850ed4cc40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57e17b4194c3d" /><Relationship Type="http://schemas.openxmlformats.org/officeDocument/2006/relationships/image" Target="/ppt/media/image7.png" Id="R23e2c6a605c54a95" /><Relationship Type="http://schemas.openxmlformats.org/officeDocument/2006/relationships/notesSlide" Target="/ppt/notesSlides/notesSlide21.xml" Id="Re355806dc44146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d4be4069d4180" /><Relationship Type="http://schemas.openxmlformats.org/officeDocument/2006/relationships/notesSlide" Target="/ppt/notesSlides/notesSlide22.xml" Id="R07a43149c7054d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91e19d5a94612" /><Relationship Type="http://schemas.openxmlformats.org/officeDocument/2006/relationships/notesSlide" Target="/ppt/notesSlides/notesSlide23.xml" Id="R4238bdbfb6ba49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5977ecb7c4b53" /><Relationship Type="http://schemas.openxmlformats.org/officeDocument/2006/relationships/notesSlide" Target="/ppt/notesSlides/notesSlide24.xml" Id="Rad3ee6ecd91c40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55726349e43fd" /><Relationship Type="http://schemas.openxmlformats.org/officeDocument/2006/relationships/notesSlide" Target="/ppt/notesSlides/notesSlide25.xml" Id="R21518584fda7468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ba537b90f4b9f" /><Relationship Type="http://schemas.openxmlformats.org/officeDocument/2006/relationships/image" Target="/ppt/media/image8.png" Id="R92688bdcdaf44625" /><Relationship Type="http://schemas.openxmlformats.org/officeDocument/2006/relationships/notesSlide" Target="/ppt/notesSlides/notesSlide26.xml" Id="R0c1d02fe91aa4a5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38646a6d74338" /><Relationship Type="http://schemas.openxmlformats.org/officeDocument/2006/relationships/image" Target="/ppt/media/image9.png" Id="R82c2769a5760432a" /><Relationship Type="http://schemas.openxmlformats.org/officeDocument/2006/relationships/notesSlide" Target="/ppt/notesSlides/notesSlide27.xml" Id="R48de63fed86d48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117f9b1b341a4" /><Relationship Type="http://schemas.openxmlformats.org/officeDocument/2006/relationships/image" Target="/ppt/media/image10.png" Id="Re2cdf4effa8645fb" /><Relationship Type="http://schemas.openxmlformats.org/officeDocument/2006/relationships/notesSlide" Target="/ppt/notesSlides/notesSlide28.xml" Id="Radb888cba0a3410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475121b864387" /><Relationship Type="http://schemas.openxmlformats.org/officeDocument/2006/relationships/image" Target="/ppt/media/image11.png" Id="R70de7d7a6f5845ac" /><Relationship Type="http://schemas.openxmlformats.org/officeDocument/2006/relationships/notesSlide" Target="/ppt/notesSlides/notesSlide29.xml" Id="Re81cff14c9944aa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cf23de68c4538" /><Relationship Type="http://schemas.openxmlformats.org/officeDocument/2006/relationships/image" Target="/ppt/media/image12.png" Id="R0268ee7856594b84" /><Relationship Type="http://schemas.openxmlformats.org/officeDocument/2006/relationships/notesSlide" Target="/ppt/notesSlides/notesSlide30.xml" Id="Rc199d33420c7482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522e9ea0243dc" /><Relationship Type="http://schemas.openxmlformats.org/officeDocument/2006/relationships/image" Target="/ppt/media/image2.jpeg" Id="Rdae57a621aeb40ab" /><Relationship Type="http://schemas.openxmlformats.org/officeDocument/2006/relationships/image" Target="/ppt/media/image3.jpeg" Id="R60f0066207874692" /><Relationship Type="http://schemas.openxmlformats.org/officeDocument/2006/relationships/image" Target="/ppt/media/image4.jpeg" Id="R485f31d34b744edc" /><Relationship Type="http://schemas.openxmlformats.org/officeDocument/2006/relationships/image" Target="/ppt/media/image5.jpeg" Id="Rc3aac6ced4794056" /><Relationship Type="http://schemas.openxmlformats.org/officeDocument/2006/relationships/image" Target="/ppt/media/image6.jpeg" Id="Rbcff90df22664bfe" /><Relationship Type="http://schemas.openxmlformats.org/officeDocument/2006/relationships/notesSlide" Target="/ppt/notesSlides/notesSlide31.xml" Id="R7e1017ae8d534c9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cd13aa34943f4" /><Relationship Type="http://schemas.openxmlformats.org/officeDocument/2006/relationships/image" Target="/ppt/media/image7.jpeg" Id="R02022b919c084cff" /><Relationship Type="http://schemas.openxmlformats.org/officeDocument/2006/relationships/image" Target="/ppt/media/image8.jpeg" Id="R7e5a912e4ae840ee" /><Relationship Type="http://schemas.openxmlformats.org/officeDocument/2006/relationships/image" Target="/ppt/media/image9.jpeg" Id="Rf9215e160b9a46d1" /><Relationship Type="http://schemas.openxmlformats.org/officeDocument/2006/relationships/image" Target="/ppt/media/image10.jpeg" Id="Rad25337368ae415a" /><Relationship Type="http://schemas.openxmlformats.org/officeDocument/2006/relationships/notesSlide" Target="/ppt/notesSlides/notesSlide32.xml" Id="R4109c04d033149c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b29d7ad3044d2" /><Relationship Type="http://schemas.openxmlformats.org/officeDocument/2006/relationships/notesSlide" Target="/ppt/notesSlides/notesSlide33.xml" Id="Rc809b88a7f964e7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acb3559884732" /><Relationship Type="http://schemas.openxmlformats.org/officeDocument/2006/relationships/notesSlide" Target="/ppt/notesSlides/notesSlide34.xml" Id="R8282b4bed6fd498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63b07ac3942ca" /><Relationship Type="http://schemas.openxmlformats.org/officeDocument/2006/relationships/notesSlide" Target="/ppt/notesSlides/notesSlide35.xml" Id="R102cd4f4f7af422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9ce9fe179417b" /><Relationship Type="http://schemas.openxmlformats.org/officeDocument/2006/relationships/notesSlide" Target="/ppt/notesSlides/notesSlide36.xml" Id="R31e45de58f7b49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8769106c445a1" /><Relationship Type="http://schemas.openxmlformats.org/officeDocument/2006/relationships/notesSlide" Target="/ppt/notesSlides/notesSlide37.xml" Id="Ra6d802a4227942d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4a59097534c6b" /><Relationship Type="http://schemas.openxmlformats.org/officeDocument/2006/relationships/notesSlide" Target="/ppt/notesSlides/notesSlide38.xml" Id="Rc41769d8f8304ca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baccc4e04944" /><Relationship Type="http://schemas.openxmlformats.org/officeDocument/2006/relationships/notesSlide" Target="/ppt/notesSlides/notesSlide39.xml" Id="R102ec8e4c00f4a8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63a28ffd74131" /><Relationship Type="http://schemas.openxmlformats.org/officeDocument/2006/relationships/notesSlide" Target="/ppt/notesSlides/notesSlide40.xml" Id="R1644d73189054e6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453eb691147df" /><Relationship Type="http://schemas.openxmlformats.org/officeDocument/2006/relationships/notesSlide" Target="/ppt/notesSlides/notesSlide41.xml" Id="R95bcd4585ebb46a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64f62bb9943ce" /><Relationship Type="http://schemas.openxmlformats.org/officeDocument/2006/relationships/notesSlide" Target="/ppt/notesSlides/notesSlide42.xml" Id="Ra28692c6b6164c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5A4FE77-885A-41A1-A680-06DBDA2B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4182E14-586E-4E2D-AF39-62323FC3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C08EEE-FD63-4808-9BB0-C7DCF49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Aloruh首图15维（竞品12维） → 两种分析工作流 → 53页PDF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BA00EFE-B79E-47D8-8C83-22AE4035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480936-45B2-4084-8045-FEA1111D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8EA4B6-E312-46B9-9B7F-444F80F3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D92A76-4425-4420-907F-34C0874A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PAGE 53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249CC60A-A1A6-4B7B-9265-FFCFB823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271781fc645c6"/>
          <a:stretch xmlns:a="http://schemas.openxmlformats.org/drawingml/2006/main"/>
        </p:blipFill>
        <p:spPr>
          <a:xfrm xmlns:a="http://schemas.openxmlformats.org/drawingml/2006/main">
            <a:off x="5772150" y="1896070"/>
            <a:ext cx="5772150" cy="3246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47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00ECE27A-F83D-430E-B08B-794C92FA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FC4566-10C9-4D07-B868-DCCD6D6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B71993-25CB-4F9B-B463-743A5589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6A5A185-CBBC-42B3-9C1D-57CE443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9333A7DD-A8DE-4C26-905A-EDDFC764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DE075ADE-89C3-4A51-8770-B536F259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7D999EAA-39FE-45BC-B22C-48971A09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7157720C-A690-461A-BD50-6BF4E2AD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5B1A7E-778C-439A-9281-CDFC3449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9F5E6C-B02E-454E-AD17-E6F72767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BE4242-3C7A-4315-A141-2277E5A1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06D056FE-2C1F-4DF3-ABCA-6B6EABE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DBCA31-4CAC-4A82-844A-71DD5467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DC1478C-C1F8-4305-AA7D-BF84245F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542A8DF-E061-4E07-AB96-33CFBCC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稳定键＋URL/内容去重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1,782张首图15维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竞品12维可比分布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SQLite查询层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429F2952-35D3-42E4-A224-89EEB79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8B606B9-593B-4666-AB10-B39E55A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BD3F5F9-2582-4CF9-872F-3A6DDAE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ADF3E8F-2727-4BDE-9366-A5C20960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383487AE-8ED1-4A1F-9EB6-54084E3C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FC4237E-31D9-4F7D-8148-F4A348BA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8E4FB90-7F81-4A40-BECD-DEEAF44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D9F1752-0C98-4264-8315-3BE745E8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 53页PDF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7A2412DC-4B06-4EDE-B8CA-9CF9CDDF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C9D5D71-8CA3-4B29-82C9-B6ACEC8A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BBC08612-2392-4CFA-A7B4-3CF9BB62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F6285A74-38EA-48B9-BD2D-792885BF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815999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E1B1ABA5-F169-4739-BF67-137C454D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91A454-5E51-4BCE-B1C1-BD3E60AA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1F554E-2DDA-4454-BF15-915462B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77B9E6-BB60-4648-B9F7-8425BA34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E3065B6-B2A4-4168-8D11-05D052CD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9E3D54D-1FD8-4B8A-B58D-F95A91E3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157C28-399F-4BAC-9F7F-9B74212C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AA3391-1585-4A91-9862-0A52B3B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8B7A4D-CDB4-42C0-AD5E-675201AA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939072C-5394-473A-9C58-6197E3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4354DA-6206-4BF3-8853-95392068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CD409D3-62CD-4844-9194-A346DB86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8F51223-4B9F-46F1-B9F3-2CE7F8E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755AF4E-44C6-4C0D-906A-574F7D48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7130F40C-BD9F-4409-A48F-0714539C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9C0DB75-52BF-4B1F-BA25-4B2EF0B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3755441-A7C7-47BF-9E16-48EC6308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DFDEEB1-9B2E-4EA8-8415-1B46A01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A1ADA27-7BEF-4DAD-A53B-65F1C22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54A01C55-FDFA-4B62-B33B-6B48C76F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7A56524-4F89-4364-A0BA-4956B09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4FFC71-EF02-4E12-8933-73F8C37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CED48D4-D15A-4485-ABDA-A0EB316D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AAB9C57-4E5B-4A12-AC57-BE9209F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AF080606-8B4F-41BF-9BB6-B7F2CFC5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5C3744F-7E26-47B6-BE1A-ADE53B88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8415CE1-BDBB-48AB-8C46-A2431597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4C6A197E-0FE5-40DE-82C2-8E87424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C0C8C9F-64B6-45A6-AE24-07220DBF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77E0F7F-8C75-45ED-B8F3-87E44712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4B728D4-597A-4163-BB28-E74E16AB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511F503-1B32-45B1-B967-63325D88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3B6D5E1-4617-489A-A0DB-FC6C8C24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8E6383D-17D0-4B16-97CC-7C5807BF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C5B792C-A20A-42E9-985E-7F50324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8C0E8DD-63C5-4BC9-B66F-05C60CE3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A75D60F-5B9D-4E65-8A21-D6F47126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3B3B5CE-B714-47E8-8BC0-4F94A24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8186A7DB-2027-43C3-9B3E-9EA33825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A4F20EF-303E-4B83-A9B9-DD48F916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E277159E-8AD0-4044-8423-CAB39DBA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421D8920-72B9-41E0-B5AA-D43682F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09134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9CE56C51-6C92-44A6-904B-C2322635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B1C86A-ED35-440D-B77F-656C67D3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289E07-21BE-44ED-A250-5576CE46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C77EF5-6256-4697-846A-00E124C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6BB9037D-C38D-47C3-985C-C3DB5E5D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77C8819B-2FF6-4205-A16C-85E3F624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0ED931B7-3345-456F-92F4-0CDD093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FA29F11F-3D16-481A-AF94-AB79E6C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53032622-3F88-4EDB-A4C3-FAD8F8E3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925E3285-3946-4DFF-B26F-80BFA56D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已完成标签分析图片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485A1B51-493B-425C-9872-40AD0E55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650,411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35F9EBBE-281B-45F3-8A54-639D393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648DAB23-42D2-419D-BD6E-4E723200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2A1644DB-BE9A-456C-B09D-6C0F7D64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75DA3BCB-DA5D-45D9-AFE8-A6A00D7F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C3B54E70-89D3-426C-A34F-454361F0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0385ADD6-43E4-4E03-9292-72EB828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FEA5AB4B-2726-4BF5-8967-CC88970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09118349-EAD8-41CE-84DF-33029D5C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A33E6DB3-CB05-47FB-B43B-50541CE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4E49ED53-F9EC-4C03-B07E-8E350E4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1,782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F1263679-9F47-40BD-992A-591599C7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A45E33B6-370B-4873-A801-3D3B005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B9849E00-DF8E-4DD8-89C3-A530E1ED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51A9E9CB-B20D-47B7-9294-867A99BF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CE3D42C6-E741-4CB1-A6C4-38EEC685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EDAD5255-FE81-4230-AA12-9B542B1A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C5B417F6-2C16-483D-81D4-636A83A0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74B40B80-4ED7-4C0F-A004-6176032B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85EB5128-93AF-4571-B88B-92A20FA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CAD214E3-1E3C-452D-8716-AFB83E6D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FF9D7316-1AFC-4FD4-BC5D-7A6D3ABF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062928EE-2821-4F04-90C7-C78D2B7B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9AAC9B05-F98D-49EE-B298-D159953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DE43059D-0E19-4953-BCA0-0712D5F1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35CEAAC1-AD39-43FF-92F3-82CEF7A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CB4894D0-B546-42CC-932C-CD275FC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14B36D27-6180-4203-A7D6-C52FADDB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13057396-7408-43D5-9F77-18084143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550C4C7A-3748-4811-B8F4-4AB4A7B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F1BF5EE8-CA76-4F8F-B8B6-2BCDB28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36AB8626-43AA-41F6-85C7-84E0DD7C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DEBA860F-DA56-45C3-A370-F080484A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9E9B3D44-6D43-4DFE-9236-A406B1D4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2DA215EA-C8A5-49DF-924A-8663F80E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4BD96F66-28F0-44C4-8DEA-CC12B9FA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FA98B220-65D5-48F9-BCAB-69D395C1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AD5A90DB-B204-415F-98E9-538C209A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EF96FBA0-4B34-47BE-BA5C-AFD31876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27,355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23539000-6FAE-426C-A646-BF902425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读法：1个商品若有5张图，就产生5条图片URL索引；Aloruh 1,782张首图已完成15维，竞品仍为12维。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981A73A0-1C82-422D-BAF3-8B3A9D5C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CFDD56B5-9DB4-402D-87F4-D6BFFE1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53220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9C122551-3B70-4DE1-9891-7714C2F2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EA106D-AAFD-4B06-A76E-F6AE994A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4C94174-5922-4F99-8988-61C80AC0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BC5AAC-12FE-421D-9A38-B60C2AD3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FDDDBD3A-1CF3-4C87-B62D-0E42862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77FDAFED-3427-444E-8E75-F2A69FD8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8BF23BC9-85F1-45C9-8AE4-7A9FBB3A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AF40B873-0497-402F-AB53-C82A9F83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F6ECF3B4-5431-41E3-8C0A-476082BC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CD842CEA-2DF2-4B7B-A0F1-F248BB54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39316D-4376-4579-890F-04415FD7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CADF1FB9-CB54-44FD-90D2-26F60DF5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F66963DC-9D08-49B6-979A-A3FD1A80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674169AF-F838-45B7-891F-20CA8924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05ECCE09-ECD6-43F4-BF4C-EB82474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9B42697-2ED3-42F0-AD66-5A134266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943AA0BD-E11D-49F7-8A1C-ECD9DB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703730-1D32-416E-BD8A-CEDD055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D7070E-8F90-4C92-B825-BA023B84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512C3A2-8704-4E27-9234-351FDF3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9894ED81-FA04-49BA-BA57-87830329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D1DD513-9A69-4BA6-880A-4213EC38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68F76EB-BBBE-48A0-AEFE-C220068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6C4D7AD-C8A3-4BF6-BABE-BCA28DF1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ACFA536F-9D5E-47D1-88BA-67C9C83B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3DA1809-302C-47C7-969E-189480A4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A80C89C-6DD6-4422-A043-32778E9C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FAA59B1-D566-4FB4-9F80-690D21B5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31314967-31EB-41C9-AE70-88E8E54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D609B58-A34D-4BEE-AF05-F1B5B78A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22EAB17-3BE0-40DE-863F-6DE571A3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C102BCE-0A4D-4F29-A2D0-048A335C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EE8699CF-1680-4610-BA6E-5E6E81C2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347BA51-3B09-4774-89CE-A7285F05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9AD7CFB-BC81-4C9E-9892-07C8348E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3BAB692-FF3E-4A04-80F7-09B3F41F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4A2672D1-71F9-416C-841D-531F16D0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6F8B76D-5601-4CB5-81CF-4370B851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CECF9676-55A3-48B9-BCAA-8CA26F63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79288239-2640-48D7-B02C-FC1A6985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FE5E94C7-BE51-4DB7-AF05-00600410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E1C63FFF-5A98-456E-8893-A30630A1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2E035941-0F39-46D1-92E0-2EDFE55C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B4FCD240-9C46-488D-8E8F-B09F0339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A99DF258-A85C-4147-B2F0-748B1767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03183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88B48A00-2C17-4404-8953-56D8166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9A45F1-A3A0-4F7E-B2D4-94021665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E3C36CB-E5CC-424A-8FB6-A2A05FA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599093-79D9-487D-9B1A-0B528939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1ED5FE83-D84D-4D08-AF6B-1F28067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B853FD13-1C90-4631-AB61-45E0440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D1F0200E-E367-42C2-A57F-334F175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0641E9-8370-4EFF-AA80-B3E8B8E8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D89863C-9407-4EA6-A895-E75210F8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84E77D5-11F4-4C75-907F-42CB5BA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B04125C-FEDB-457B-96C7-9C37D9FC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541D1D35-0159-4FA1-98E9-D7F698C7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6A8A2F-90E2-45CB-B3DE-816DE254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F1DE67E-1509-4CF2-89EA-9377465B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55C2CEE-B48B-48D3-AFDD-2D3D0CE0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0FB9071-530C-47D4-9005-3760E37B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Aloruh首图写入15维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竞品保留12维可比分布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3E81F9FC-7A1A-44ED-8B9D-5D6F29D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695469D-EB81-44DD-8534-E9EC14B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5D7EB15-EBC6-4392-867B-F44275CA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12422933-760A-4672-A1E8-B9503050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F7FEFAA-D59A-4BB7-8234-7616C25B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E6758B2F-C35D-4E46-B11E-825A11E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9D57391-EBA8-460B-B769-9A693958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E242EC3E-DCE3-41CA-9D85-238A91C0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7BF80DD7-1E84-4151-9636-FA5EB6E4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35134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72FFF505-82BC-4EC7-B795-A7CAC383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F2610C-E5DB-4E97-AD96-6BD0C69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标准化数据层：Aloruh 1,782张首图已完成15维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7B1346-7152-4FF6-B8A1-5134BC25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source_url；三家竞品继续用既有12维标签作为可比分布。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BF0F45-9A52-483C-B486-17EB2D3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F9ABAAFD-9E86-47B5-85C5-C21C1FDB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E19D3F5-CA2A-4C50-88AB-B65DDF6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1E0F0C0E-F092-45C7-BCB2-DCB2A3C6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8A8C2BE2-A482-4AA9-8757-0D6FB4E2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F95D344-5FB2-4652-804D-CAC8109E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1F8EAE7-400D-4DBB-9A24-E450CF37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76E353CB-D1F3-4D61-9338-FFF05FB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C4659B-7342-4161-8949-B9464CF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52E2CD9-DE76-4935-9517-5A67512D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61C1DE-2B77-4AEA-B70A-0E2782A1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6695A652-798F-49B5-8AE7-9C22AA48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6CA5C8-B8DF-480E-9E19-352243B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5BECA9F7-37E9-449E-BBF0-BEB8AD70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93553E2-BEA2-40CB-BC52-4E6D48E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12AE712-71DA-43EB-8E55-E1A9889A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2086D630-0C7B-4EA2-B6AA-175EF117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5B1EB7-9730-4754-A218-4E156498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BC1471F-B37F-466E-97D6-D2BC2F58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7F473456-1ED9-4259-AC69-623A3CE9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1F7C454-4AA4-47FE-B626-23E5A160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79BACBB-FD62-49EA-A3CD-A8D4D0A8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5653CF40-0C3E-48DC-9168-7E8BA595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1C62E75-30DE-4C1A-AB35-B62ADD8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C0297A7-CEB0-4F00-A5A8-2D49184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3973D210-CF02-4057-B113-B03202B8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2DABB35-20AC-47F2-99F3-93730056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Aloruh：1,782张首图 × 15维完整，0个缺失 · 竞品：15,107张图片保留12维可比分布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89DB8C70-EB5D-4BBB-92DF-9776A92E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331C4A80-3CF0-4F57-8CCE-621FD32E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05418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11DC0C7D-0D7A-4A41-B2BA-AD95AE2D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D3F253-7C88-46BA-9B35-FF8A0365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76130F-E43B-460B-AA73-FA17051F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15维已用于Aloruh 1,782张首图；每个例子都来自fashion-image-v2受控字典，UI显示中文，数据库保存英文代码。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129AE6-9A92-446A-9726-191EF134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4A2B8629-6159-4205-8D8A-28BC9D42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191F32C3-1522-4205-926E-5964295C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158BF352-ACD7-4022-9A8E-F22779BB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33C3F3FB-FFA1-4B15-9555-D07869DC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D5FDBAE-3A43-48F0-833E-40367BE3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50B98F5D-8B52-4886-9192-6E75B90B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B203A6F2-1FCF-4FDC-A545-4314F92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920A727D-D12E-4BA5-816E-D408669E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07B24BF6-C311-49D2-B21E-91DE875F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0A04AFF6-4A22-45F1-A5C8-CD7EEAE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8EA04CEA-F6E0-494E-B4F0-ACD307A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0193098A-0F7D-4B5F-99F2-C9E188E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9E2D7D89-BADC-48DA-A6DB-F021DD9A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CB8C8A83-C0BC-4E83-8A34-18036F06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B2223ACF-29DA-46F5-A3E3-EF7D6485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28B1335F-8423-4E9A-A145-DD6BF386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BC2EFDBE-230A-4C2B-8294-45976B78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6FCF2436-715A-4D4F-AA2B-3F2CD3E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30FDE64B-ED04-4056-AA3A-4FDF192A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0997E23A-51B4-49E4-B8A4-661E30C7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3F5917B0-B80B-4B41-8450-06D4848F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9ADEE60B-A549-4253-B97F-EA5EE6E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3B274A41-41AE-4223-B5E7-4298ED92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CD2CE4FB-EEFB-442F-8C95-93F85BE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1050A2C6-8CA6-47E0-BD33-76AB371B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BC258963-D3F4-4971-A1A6-60891E41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6956E352-AE16-4AFC-B25E-F4E77AB5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5F7B8D15-85A6-4BCA-B1C3-3BA0735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C88FE0EC-83CE-4998-9C3F-454D2E3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692D7762-0FD0-49D5-9886-274500DE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D0EFAC01-142F-4423-A10F-D708F1A3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DDB27F63-E847-45CE-BB8E-5472437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33DC8D08-EC5A-42F3-B78C-C2FBA72B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3F7257F1-5ADD-46CB-A0A0-71A8028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FC79E6FA-40DB-40F5-9E84-AA7A1E4D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6697BECF-0A53-4242-8DAC-AF63EFD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5633C316-02BF-4B4F-AB43-5AEA30ED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1DDD895A-6801-45C2-9CD3-2DC87A21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11291669-72E0-474A-BD14-39B651B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E05E69BE-9304-4AC6-ADEA-8A8E6E86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B22E49E1-8A00-46FA-871E-61DE71CC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221A90FA-FDDB-4AE7-8CBF-A8C08B24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16692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818FF5D-D2B0-4A9E-B137-CDFD2868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8480A0-FCED-4861-97D5-EC5BEB3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53C575-0AA0-4685-B9D7-DA76222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Aloruh的09–15维均已完成；光线、模特状态和图文叠加让报告可覆盖白皮书中的拍摄与可见模特要求。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F5BA85-DB65-412C-B8C8-A075272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40E6B583-6B55-43FA-9FEB-B4AB83A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6C06E5A0-943C-4630-902F-640887F2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305300CD-2E32-4D92-8AC3-73E5FE2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C3269B00-B89F-465B-B546-72E1323A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E5D7AEE7-C751-49EF-93A8-63481DD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6C04CB7E-DE89-4FB1-837B-D9B5B19B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8FE7776C-27C5-44A7-BA46-A1EBF2F4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8F71DAAB-EE44-4A36-B925-851A7DC6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AC26B525-C918-4874-9AFC-D6DED51F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6FD7285-86B6-4E59-8B1F-67852B20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A7CA6853-EF70-4CF4-8679-422E00D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FBF3643B-60ED-41AA-9CBE-C9E4CEF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44F9FA28-99B5-4200-BB01-A2441A35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035A814E-0D74-4C09-8FF5-71B5EB0E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CBBBB436-D1E1-4AAE-8C46-A1F3E553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CDF57BBE-6E58-4684-AB62-D0AEB90B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5069CE9F-3C56-4D64-A123-7C53F444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16E2DF6E-26C3-495A-9550-AD0110D9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192FE2EE-AB1C-47D9-8F8E-671C02B3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43642F59-95B4-4BEE-B91E-6C204463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4E90257B-F715-4AC7-A7DA-EF29CCB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30670DCF-404F-4655-BBC5-64398E7C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67399B04-BEE4-4B12-8DCA-328F93F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FBFD12DE-2910-4907-83B2-16730797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84500495-0471-4A7C-9CFE-BC2EB79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69ECDC5A-B30E-4FDD-AE86-51B5CC6D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ABDEE253-2D2F-4CCD-849B-B0E4F086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4C490D6D-59FC-45A6-A546-E5CFD08F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2A41FA50-3F8A-44F9-A52C-ED7F29BA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99C14275-F2C5-4AAC-B55F-86E098A9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857CE6F7-06F4-432B-A262-32882B70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8844221B-BB3C-4EFB-B390-141D38FA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E1EBBA84-4922-40C5-BC14-98F69F8A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FA508A7F-AD29-48F8-9285-6011B7B1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D76505C2-AAEA-49F6-AAE0-C6D8A145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D16572AF-7C5A-4BC1-B36E-5E59F80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F4C9FA89-F1CD-4C82-B0BD-67462AD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57F26435-4121-4FC0-B5EC-5221724F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F4D2EF95-0C34-4B9D-A237-A3E7A04F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47FF2913-D59F-429B-BC9F-F3ECD65A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20049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CF1A603A-6507-4CD7-8729-207C86C1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28B5BB-58E5-4FA9-9ED0-F39F1BA5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1EA6C9-4D0E-44AB-852E-E3682169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C4D49C-76AE-4CB6-BFDA-EA09B08B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DC4D2DE7-4809-42F3-AEEA-1A1CECDE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70FA77-2081-4DF7-B533-0B7ABB47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00809A-5C5B-4044-A7CB-CEBFA9DA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v2已完成15维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357A919-9325-4128-A4C0-DE467B20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0DBCBB-45B5-4BB3-A8BE-19D1A460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2DED49-D377-4335-9B4E-D48E0958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1E3E7F-35FD-4C77-BBB6-F6B33B72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580EB2-68A4-4F90-A8CE-8FEFE069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CFEB88-2983-45D9-AC69-C5C729C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DDCDE2B-64DC-44F6-9E80-6AC1867F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8191E5E-A613-4002-9BAE-97078E81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Aloruh v2返回15组tags＋confidence；竞品v1保留12组；strict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D2B2876-6422-4212-8B8F-02216F25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E7CBBD7-567B-412D-9797-16B7AF19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6E8BE580-C212-4DE5-8593-AD18646A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FD6FB95-8018-4CAB-934B-10C7B45E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DD562C4-EAF1-4F2E-9426-6E3E1DD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DE40428-1CE2-4659-8C5C-926D4C5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C278BBD-D26E-4E7A-92BA-A3071B50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A42AF14-BE92-4645-A5F0-B12A63A7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339747C-116F-4118-BC0F-914674C6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4FD3FD5-5141-4EB9-9D25-8E3B622F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485AA7E-2156-42B3-B8CC-D6B69291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8594BB4-483D-4F68-82E7-3A1B1ED0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680CED3-88CB-4C69-A4F5-AA128833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7883B68-63E9-4EB8-8293-CCC5ED68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BBBE870-22E9-4B2C-B334-0768AE1A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1DC0724C-2C0E-4546-8C06-140F89A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D97758C-508D-4088-A335-042D94CF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Terra已把27,355张图变成检索空间：Aloruh首图15维，其他店铺12维；Sol只在用户明确付费时读取高清图。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907110A7-BFFA-428B-AB31-073DEF5E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3DE5D48C-1847-4A59-BA7A-DA4E7F7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9277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2C85D714-406B-479F-B1CA-40D58CB3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E8D28F-5660-4B7B-AB35-3A6085D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第11页：维度相关部分是标签字典，不是15条判断Prompt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D5FDE6-1B89-4E72-ADB4-F182583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代码里只有一条统一判断规则；每个维度后面列出允许返回的受控代码。以下为真实维度行节选。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31B4E5-1ED3-4E1B-A9E6-616A726F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C7EE489F-A16A-4283-8F67-2653514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C64BB7F-8B35-4DC5-B772-151DE071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6A39F82-EE80-4792-AFBC-EF985892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D74DFA4D-40A0-4299-8C05-AE77EBF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8F2353-7601-40E6-81CB-276AE933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4B2F09-9835-4BE7-841B-0E1ABFF0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每批图片＋上下文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A81813-B6BD-4F04-9592-0CAF55B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 · 标题 · 已有品类 · 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2A9A8383-A390-4A23-AA7B-FC7D008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F961036-3A9B-40A4-A145-BF331755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3CB852-1AAC-4A20-A02B-2EC7E816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统一可见证据规则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53942B1-8D7A-456C-968D-B0A3CB6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看不清=UNKNOWN · 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98FF6776-75C3-4035-A72A-F9D6FEEE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D480495-0625-490B-9FA5-57D1CEAC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9CD13A8-1538-4E4A-BF1B-1F7DE8E1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15个受控字段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EE1230C-A23C-41F3-AC1A-85765428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同一次调用全部判断，不拆15次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F29A7E8C-CB38-45C6-A715-E9860172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D4504A8-2195-42F4-B0A1-4867D1F5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9C2D2F-9099-4440-8C77-522C2E5B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严格JSON返回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7FC5425-D3D1-4F1C-BC69-75A4DEC7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 · 漏项失败</a:t>
            </a:r>
          </a:p>
        </p:txBody>
      </p:sp>
      <p:sp>
        <p:nvSpPr>
          <p:cNvPr id="24" name="cod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73286F20-4D27-49A1-B4FF-7D7CA42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95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de-titl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2402E0A7-6D4D-40E5-A946-8706E56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统一规则节选</a:t>
            </a:r>
          </a:p>
        </p:txBody>
      </p:sp>
      <p:sp>
        <p:nvSpPr>
          <p:cNvPr id="26" name="code-body-统一规则节选">
            <a:extLst xmlns:a="http://schemas.openxmlformats.org/drawingml/2006/main">
              <a:ext uri="{FF2B5EF4-FFF2-40B4-BE49-F238E27FC236}">
                <a16:creationId xmlns:a16="http://schemas.microsoft.com/office/drawing/2014/main" id="{1B6B9FD2-DDB4-4DD4-A141-363A543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714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and never combine UNKNOWN with another code.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Focus on the primary item sold; accessories belong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in styling unless they are the primary product.</a:t>
            </a:r>
          </a:p>
        </p:txBody>
      </p:sp>
      <p:sp>
        <p:nvSpPr>
          <p:cNvPr id="27" name="cod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5A9E6210-3881-4C99-B8DE-D33F54F5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705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-titl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190A4A17-3F57-4E8B-AF57-9B1F9D7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5个真实维度行节选（受控标签，不是独立指令）</a:t>
            </a:r>
          </a:p>
        </p:txBody>
      </p:sp>
      <p:sp>
        <p:nvSpPr>
          <p:cNvPr id="29" name="code-body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BEFF3E04-35DA-43B1-AFAC-48E2A26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6324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product_category: DRESSES, TOPS, SKIRTS, TROUSERS,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...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... 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代码没有额外的“occasion判断句”或“scene判断句”；维度语义由字段名、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标签集合、统一可见证据规则与严格输出Schema共同限定。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E5B3CA39-45ED-4658-9F86-1888142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BB128B9-E5E4-4A3E-9168-C320F408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完整通用规则＋15个标签字典逐字放在附录A1–A4；Sol主流程与修订Prompt见附录A5–A9。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E39626D5-49A2-499C-8A1D-135E81B9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A46DAF8E-ACE0-4D46-A92C-FB0FBF5B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45840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5121A50D-E671-4662-AC6B-6683E500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F77967-C726-41AE-8BF0-C1ABE51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2D38438-BDD2-40FD-86DC-86A2F354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18CB79-C0F3-4F3F-B553-9ACDB56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ACAAC6B1-30EB-4273-92BC-749027E8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5FDD218-BB88-45B5-8C92-400B37D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22030F-D3DE-470F-BCB4-99BA14C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DA683133-2A52-48AE-85E4-4085296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32C189E-F503-413E-AC0D-E644F711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6FE701-D240-41DA-A5EF-442738E5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34A90BC7-C3B5-4A7E-AA0A-E7C56C2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3EA3E4-C666-4FF0-9FF5-7095DEA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3F1F102-006C-4B47-9A4F-1119ACC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86EC30E5-B280-499C-AF48-DE1277D3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71957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C33B1911-979C-4458-A327-BE65F9F8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EC8953-81B6-4E56-814F-6EFFF3E6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体验1流程①：AND筛选后，手动选图与自动选图走两条真实路径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175A6F-3DB1-4738-9D64-22108431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Terra标签只负责缩小候选范围；最终送入Sol的图片由用户明确选择，或由系统按店铺均衡随机选取。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31FB41-255C-46C4-A532-80F42B6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1F7C712B-4AC9-457A-9AA1-D803A83C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F902BF-A821-44DC-9CEE-40719826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5461E6-0FCB-44FA-89B0-056C9628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7644E7-B564-4CDE-8D0C-F2B73B62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维度必须已有生产数据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标签必须在受控字典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1EC83658-89A1-47A9-9D1E-12CBE8CF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2">
            <a:extLst xmlns:a="http://schemas.openxmlformats.org/drawingml/2006/main">
              <a:ext uri="{FF2B5EF4-FFF2-40B4-BE49-F238E27FC236}">
                <a16:creationId xmlns:a16="http://schemas.microsoft.com/office/drawing/2014/main" id="{F4CACA27-9801-435A-A2D1-E85577FF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295C3F5-30DA-40F5-8AED-67F5561E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F4ECAF-D6D1-4166-908F-9DA73E59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SQLite执行AND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B3D7337-13BC-40C4-B58F-98237943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source_url全局去重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8A2395BD-5D21-4588-BCC8-DC75EBAD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B78C1AE3-83F6-4FF9-8B1E-ABF1987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6" name="manual-lane">
            <a:extLst xmlns:a="http://schemas.openxmlformats.org/drawingml/2006/main">
              <a:ext uri="{FF2B5EF4-FFF2-40B4-BE49-F238E27FC236}">
                <a16:creationId xmlns:a16="http://schemas.microsoft.com/office/drawing/2014/main" id="{56494D71-9A4F-4094-A5F6-11A3D1CD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5829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F4EF615-737E-4FE9-8A3C-E5178DD0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手动选图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6A122D4-96BE-4A0D-AEEC-75C940C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用户提交 store_id＋product_id＋position；后端再次检查：键唯一、店铺在范围内、图片存在、仍满足AND条件；保持用户选择顺序，最多24张。</a:t>
            </a:r>
          </a:p>
        </p:txBody>
      </p:sp>
      <p:sp>
        <p:nvSpPr>
          <p:cNvPr id="19" name="automatic-lane">
            <a:extLst xmlns:a="http://schemas.openxmlformats.org/drawingml/2006/main">
              <a:ext uri="{FF2B5EF4-FFF2-40B4-BE49-F238E27FC236}">
                <a16:creationId xmlns:a16="http://schemas.microsoft.com/office/drawing/2014/main" id="{40598B37-0E44-48F3-ACC5-DEB1196C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5829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F030F8A-C161-4AC4-AF60-9A33406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自动选图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9E8B02-9A5E-4892-89A3-BC466D5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539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先把每店候选池扩到目标数的8倍（单店12–32张、总池不超过160张），再用 SystemRandom 在各店内打乱；按店铺轮询取图，直到每店成功下载1–8张且总数≤24。</a:t>
            </a:r>
          </a:p>
        </p:txBody>
      </p:sp>
      <p:sp>
        <p:nvSpPr>
          <p:cNvPr id="22" name="flow-arrow">
            <a:extLst xmlns:a="http://schemas.openxmlformats.org/drawingml/2006/main">
              <a:ext uri="{FF2B5EF4-FFF2-40B4-BE49-F238E27FC236}">
                <a16:creationId xmlns:a16="http://schemas.microsoft.com/office/drawing/2014/main" id="{9D3E278D-7816-4C88-9DE0-50398F4B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flow-03">
            <a:extLst xmlns:a="http://schemas.openxmlformats.org/drawingml/2006/main">
              <a:ext uri="{FF2B5EF4-FFF2-40B4-BE49-F238E27FC236}">
                <a16:creationId xmlns:a16="http://schemas.microsoft.com/office/drawing/2014/main" id="{EB261E7C-20F3-452C-B287-D753A8EC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705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E0DF1A0-F6F0-44EB-B46F-3AE0EB11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2168559-6F5E-405F-86CB-9B7C7AC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下载高清图并明确记录失败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EA9A1B2-C9F9-4504-BC2C-F73B073B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逐个尝试候选图；达到每店配额后停止。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阈值：≥80万像素、长边≥1000、短边≥600。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失败不会静默替代为低清图。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6EFF0276-B6DA-46A0-8B63-B9FACA15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4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7279DB7-B782-40D8-92F8-80BD3B6B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送入Sol的不是全部命中图，而是最终成功下载并通过高清门槛的1–24张。体验1目前仍按任务下载，尚未接入整体报告的共享高清缓存。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32EEF34E-DEF6-45D0-8909-1C47E99E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93F60A5-AEEC-4DAC-A0ED-814745E1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89847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33349662-CBAB-4F8B-95AF-D8DB47B1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C4D70-57C4-4AD7-8957-32B6F02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体验1流程②：一次Sol调用同时返回逐图观察、跨店比较与建议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780DF2-97CD-45E9-8966-07C0125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这不是先逐图调用、再额外汇总；1–24张高清图与筛选条件被放进同一个请求，由严格JSON一次返回完整结果。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ACC99D-09EC-4298-9DFC-1869651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xperience1-input">
            <a:extLst xmlns:a="http://schemas.openxmlformats.org/drawingml/2006/main">
              <a:ext uri="{FF2B5EF4-FFF2-40B4-BE49-F238E27FC236}">
                <a16:creationId xmlns:a16="http://schemas.microsoft.com/office/drawing/2014/main" id="{130E282E-1535-4127-8F4A-2E0A8DFB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00400" cy="4095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F0D3BE-F3BE-46CF-92B6-84C61B31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4D264F-3AB3-4BD2-B3E2-42C53963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D4101E-975D-4F8E-BA21-57C9FCFA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例如 product_category=TOPS AND occasion=VACATION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CF06BDDE-4BC3-4565-8182-5C78C3CD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C83FA79-753A-48BD-80CB-364AB7A6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每张高清图上下文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B2D30B-C403-4776-8695-C49CDC25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store · product · title · category · pixels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图片本体以 detail=high 发送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5133A6-F837-431E-8139-62FDDF9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数量：1–24张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80D4F9BE-BA1C-4B9B-B34A-BCFB01B5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perience1-reasoning">
            <a:extLst xmlns:a="http://schemas.openxmlformats.org/drawingml/2006/main">
              <a:ext uri="{FF2B5EF4-FFF2-40B4-BE49-F238E27FC236}">
                <a16:creationId xmlns:a16="http://schemas.microsoft.com/office/drawing/2014/main" id="{C0B6E55D-25F7-4B41-8313-145F002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3390900" cy="4095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3A52E7-A6E2-4E92-8FB1-9543192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 PROMPT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3EE470F-7DF6-4748-859B-FB77039F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先事实，后解释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A934DC-420A-4DAF-891D-3A062C5E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逐图观察：场景、景别、动作、光线、色彩、搭配、服装结构、视觉意图。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每个判断都要 visible_cue；不得推断敏感属性；不得把构图写成CTR/CVR因果。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7C74F45A-5BB3-4488-9691-F529B830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B0AF4BE-1DAE-4513-AE5C-54EAF4D5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同一请求内跨图比较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B5BF1E9-0765-43B2-8CB9-A3C2ED73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 · 店铺差异 · 各店视觉定位 · 可复用拍摄规则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2D4D21F2-18D4-435A-894E-575DE00B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experience1-output">
            <a:extLst xmlns:a="http://schemas.openxmlformats.org/drawingml/2006/main">
              <a:ext uri="{FF2B5EF4-FFF2-40B4-BE49-F238E27FC236}">
                <a16:creationId xmlns:a16="http://schemas.microsoft.com/office/drawing/2014/main" id="{7CE3B013-A104-4EE9-98CE-0EE8591B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A336BC5-B72C-44FD-A67C-2A19FAA8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STRICT JSON OUTPUT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8205651-1D9F-4D43-A963-15C3997F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逐图结果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D010C5-3619-43CA-8C9E-DD5C1074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7项可见字段 · visual_intent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strengths · weaknesses · changes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evidence claim＋visible_cue 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A15A622-075B-4E1C-AC37-C498EA6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跨图结果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7DD7D20-111D-47EA-AD16-1ABC8A1E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selection thesis · shared patterns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cross-store differences · store summaries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shot system · A/B hypotheses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281F152C-845B-4C4B-AAC9-4C8C088E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7931D1B-0F73-479F-BC3E-368B21C0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结论只代表本次成功送入Sol的图片；没有全店分布，不得外推整店占比。图片索引和店铺摘要缺失或重复会直接失败。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8E43D93F-95D3-4596-B698-571D2626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2EA4079D-663D-47AF-BF37-7DE0BCA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411733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266EB0E-3C24-492C-8846-E9ECD4A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B79BCD-75F2-40D8-A0B5-AF1D94D5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FAD0F4-DB69-4FB2-8D67-469FE02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入口显示27,355张已分析图片；15个维度可筛，其中光线、模特状态、图文叠加目前仅Aloruh有值。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9212430-5D0C-4E7E-9177-D60EC99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495ABDE-4C43-4431-91C0-B7FB2C64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9610a3a7947d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35E70B0-F6C1-43D0-848A-8CF18E3B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E0738690-5F77-49D5-B9D3-F932C1CC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2DEE092-28B8-4200-96CC-095C8C9E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1286034-776C-40A1-A5D1-4D2918F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EEEFD2EB-CD6E-4EAE-8CDC-70544E7A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0EC19CD-1CA7-446F-B09E-9345CEF1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DF89FE8C-238C-4F91-9DC6-245F6C0E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8082976-0A8A-4CA1-AF80-4B8B4B7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查看15个中文维度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D12931CA-1630-46B5-8E2A-B58B3CF2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94416C3-567F-4C3E-A7C2-E7D3E727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按店铺与维度真实覆盖筛选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0B699EF-3415-4EF0-AC80-C97B3B9F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31BBF58F-F6AD-4B9E-B14F-816E8B3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0453429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B17229D-07B6-4AB3-B35F-A0C13BC6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E59BC9-5C3E-4D34-88EA-C19EFD70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8BF2279-5814-4EB3-93C0-489F7EB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6598F7-0835-4F30-BF67-221B247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114997A-AF9A-4A9D-9EBF-ABCE20D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ccb36b4e24f8c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3BCEB5A-65B7-47E3-8B28-8DE39F37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FAEADCED-7E9B-4F0E-87A8-420FD712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F3142AF-7F14-4673-BC4F-3F91FDFE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0C4257A-A268-44EC-BEA8-558300F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035239D-214B-48C0-8795-641D8ACC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4EC4FC45-7E27-4408-992A-C94151D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59074C19-2F21-479A-9EB1-E49392B9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61672B70-D830-4898-AC38-5534920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03863EE4-1695-45A0-BF71-9199A940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1FE64F0-EA16-4AA3-9CC0-5727DA79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D343727-E873-495C-B887-B37DECE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927D53C-1BB6-4122-B61B-868CCB73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3560264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4D7A0E7-C5A2-449C-BB7E-C9C0EA82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FF993C-4AD4-437C-B854-31545728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C3C4CE-43BA-4248-9BE6-A22A71B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8F11779-C4E9-4929-85AA-457A3A82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4E7B1DE-B1DA-45FA-B92A-E68AC78C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a88543cec417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825E436A-28A6-4C26-B26B-2BBDD7A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9E123710-370B-412D-A2D4-06F7FD8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A35036C5-678A-4B70-9251-204DB218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16079CA-4C95-4191-93F4-DFE96CA8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DE644FD-DB73-4BD6-8F26-8C0C9B83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CCE48F3-7C3A-4BD6-A91F-9C95889A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A7771D65-FBAB-44ED-BC31-D2E00D00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D899A7D-6EDE-4899-AA88-0D237DB6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C244721F-5084-4DC9-A48A-6EE2475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5B6335A7-6D09-4F84-AF32-0027553F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8EEF078-0980-47FD-92A2-A54F0DCB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D8B0ED6-B99D-48D4-A98A-5506B99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488961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57E8274-FB64-4BA2-9719-60EA21DF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692C8D-9725-4467-98F9-493EC1F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2E1A27-C594-469A-8EFE-ABFCE791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A90B37-A7A9-4CE1-B844-0DE45FA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AF1EA72A-5C43-4125-9779-AFC20DF0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aaa13c6c74a30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0AF8208-EE33-4C6A-A308-73291BDA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A8EB9F39-B2E3-4BEE-AE6C-3C563538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AEBB956-C030-490D-91F4-B768A12D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63C7733-49AB-46E5-86CA-EDDEECD8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54D914C6-CD3E-49D5-A7FA-3D043D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0F0A2D0-35B3-432C-91E1-D1DED55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8F9CEE4B-A50A-4341-A51A-62E6AFD5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50443D5-FEF2-4DF2-A18C-3457F122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81F68C0-F5F3-46D6-87C2-7E750DE5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94A2C16D-B9B1-4A5A-B166-C61E7BBB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457A06A-33DE-400C-923D-EDFD7C1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B17D434-AFDF-41E3-AC10-D195AB4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9759047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6D1A85E3-D317-479C-B2D7-A1C7A623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AA430A-810C-4F41-9369-3E601931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3EF8EA-3C20-4EEF-9CBB-750678A7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5FD81C-A654-446D-B1C6-938AC30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49335C4-55DE-4B75-AB78-5D4CBF5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dfcece4fc4a1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E7DC7C16-2E81-47F2-8752-FC35242F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C1E8C0E1-FB85-40F7-9041-E97A6C81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FF5DBDC-03B3-4A1A-9973-119582A9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F94FA80-6566-45FB-91C5-54F1AFA1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55E33469-6E77-49C9-992C-CE5F1AE1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62E6821-9D86-4D00-A633-323A631A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7724BD7-2A8F-43D0-BD93-D624F54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18EFCBE1-69FA-42E4-A916-01ECA40D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45E9DC21-F227-43F9-9C7C-43BEF4E6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7648DCB8-CA19-47B4-854D-E883E569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68344DB-47BC-49BA-8D11-D09FA1CD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86CA64B-2736-46A3-A79D-22EAF15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5722059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3F6A4E3-9A68-4F28-89E2-B4A92DE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E4519-C88F-4DAE-984F-1F3914F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E17FDD-3902-4784-8D3E-0613444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C9E548-0DC9-477A-8D97-4F568324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B6673BCC-AF1B-47C4-AF55-2B4F81FC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c0d4e1ef143ac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B4DF8B86-1ECA-4825-8158-743BB13C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3462C64-80A7-4021-9E57-79AA1DB3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F11B38F-FA89-4B96-89E7-13300146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F8CD068-27AD-45D3-871E-1CEA159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76729D08-0436-4D4B-B184-278B7A67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87B93A18-5BE4-4202-8C07-5B377AFC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7A108F7F-8B4D-4CCD-A7E7-BA1C639D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9B370452-EE76-4FE1-A41E-7009F1FB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D6D5E505-BFAC-49D2-93CA-5AC0D49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188D50D0-1DBB-4D02-838C-B1CA2808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ABCE2054-CF4E-47DE-A02D-EF6B177F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007367B-F6A2-4501-855C-536CE0A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5608029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4DFB53B-352A-4FC2-BF57-01B85D7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8F9BF-65CC-4CA2-BFBD-4AC93F56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94A9BF-D6F0-42E8-8875-D1203D21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F09005-4363-4394-BF93-0EFA683D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FC34F616-83F9-4CB5-B35F-71741BA7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2c6a605c54a95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3EF65A1E-E6BE-4A5D-97CB-450B5116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8A8E903-63E0-4AAE-A7BC-0C7D4D66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CFE6F6B-B554-42F2-A04F-59B4A5D8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9EFBB14-180F-4872-9B58-0C3C62AB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AD6F6077-2FD1-41C2-B61E-483F3151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BB30675-F4D4-42A3-9F1A-450A8583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691D4A3-D5CB-478F-8392-D12C8F30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A257BD12-35BC-41E7-9F3A-F02AF5D9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9F89F173-EA31-4B6D-84CF-766B47D3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D4D921B-5A7C-4517-9E47-5E41FE5D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F38A8E3-356D-4E05-8840-D786742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EE0FBCC-248B-4019-B055-3C98999A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4487762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B909CA40-BBC6-44F5-92FB-C44259CF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EVIDENCE SELECTION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215944-8AE4-4239-A5DE-59A1DB4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体验2流程①：目标覆盖9类，竞品只比较12维完整的2类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BC77B9-6AC2-4272-9A66-88E1490E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前三大品类各抽20个商品，六个补充品类各抽5个；竞品当前只有TOPS与SKIRTS具备完整12维标签。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889D73-DCA0-47E7-9EA6-9E8EF4FD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arget-population">
            <a:extLst xmlns:a="http://schemas.openxmlformats.org/drawingml/2006/main">
              <a:ext uri="{FF2B5EF4-FFF2-40B4-BE49-F238E27FC236}">
                <a16:creationId xmlns:a16="http://schemas.microsoft.com/office/drawing/2014/main" id="{74B749F4-6664-4808-8908-4E25899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14600" cy="42100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99B826-378F-4E3E-ABEA-DEE6B285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目标店铺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479251-6148-463E-979E-D9A6472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5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6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主：DRESSES / TOPS / BLOUSES</a:t>
            </a:r>
          </a:p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补：T-SHIRTS / SKIRTS / SETS /</a:t>
            </a:r>
          </a:p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OUTERWEAR / SUITS / KNIT SETS</a:t>
            </a:r>
          </a:p>
        </p:txBody>
      </p:sp>
      <p:sp>
        <p:nvSpPr>
          <p:cNvPr id="8" name="metric-个商品，最多2视角">
            <a:extLst xmlns:a="http://schemas.openxmlformats.org/drawingml/2006/main">
              <a:ext uri="{FF2B5EF4-FFF2-40B4-BE49-F238E27FC236}">
                <a16:creationId xmlns:a16="http://schemas.microsoft.com/office/drawing/2014/main" id="{F622A6B8-0CEF-4E86-84C3-711E30A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</a:t>
            </a:r>
          </a:p>
        </p:txBody>
      </p:sp>
      <p:sp>
        <p:nvSpPr>
          <p:cNvPr id="9" name="metric-label-个商品，最多2视角">
            <a:extLst xmlns:a="http://schemas.openxmlformats.org/drawingml/2006/main">
              <a:ext uri="{FF2B5EF4-FFF2-40B4-BE49-F238E27FC236}">
                <a16:creationId xmlns:a16="http://schemas.microsoft.com/office/drawing/2014/main" id="{BF682C6F-631B-4FF2-BD46-0E0BA2E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个商品，最多2视角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18AB631-B5FD-4B6D-9F04-FD5D5123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B280D19-16BF-4020-8866-241849B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实际成功范围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95D37D-73A0-4BD9-B5DE-0ACE6760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前三类60个商品；补充类21个商品。共读取159张目标图，不按position猜正背面。</a:t>
            </a:r>
          </a:p>
        </p:txBody>
      </p:sp>
      <p:sp>
        <p:nvSpPr>
          <p:cNvPr id="13" name="competitor-population">
            <a:extLst xmlns:a="http://schemas.openxmlformats.org/drawingml/2006/main">
              <a:ext uri="{FF2B5EF4-FFF2-40B4-BE49-F238E27FC236}">
                <a16:creationId xmlns:a16="http://schemas.microsoft.com/office/drawing/2014/main" id="{3EFD4E95-AE38-4C69-8377-F6B09B0D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81150"/>
            <a:ext cx="3486150" cy="42100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7AEC1E3-69BB-4A40-B643-327FBE7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竞品可比分母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9E1BDA3-5B03-4A63-B66A-EC96B3F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3家竞品 × 9类先做覆盖检查</a:t>
            </a:r>
          </a:p>
        </p:txBody>
      </p:sp>
      <p:sp>
        <p:nvSpPr>
          <p:cNvPr id="16" name="metric-张TOPS＋SKIRTS完整12维">
            <a:extLst xmlns:a="http://schemas.openxmlformats.org/drawingml/2006/main">
              <a:ext uri="{FF2B5EF4-FFF2-40B4-BE49-F238E27FC236}">
                <a16:creationId xmlns:a16="http://schemas.microsoft.com/office/drawing/2014/main" id="{9B23D0B1-4BF8-4B9F-B739-6C0E044D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15,107</a:t>
            </a:r>
          </a:p>
        </p:txBody>
      </p:sp>
      <p:sp>
        <p:nvSpPr>
          <p:cNvPr id="17" name="metric-label-张TOPS＋SKIRTS完整12维">
            <a:extLst xmlns:a="http://schemas.openxmlformats.org/drawingml/2006/main">
              <a:ext uri="{FF2B5EF4-FFF2-40B4-BE49-F238E27FC236}">
                <a16:creationId xmlns:a16="http://schemas.microsoft.com/office/drawing/2014/main" id="{821985F4-071B-45E9-BBDD-2D74C05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张TOPS＋SKIRTS完整12维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355FFA73-AF05-46C9-9FB3-724D4F63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300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765EBD3-585E-4543-8501-753861F4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覆盖边界必须先披露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05C90F2-30CB-4EE6-9A38-AA8A5789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9580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TOPS 11,050张＋SKIRTS 4,057张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Princess Polly 5,613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Motel Rocks 2,141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PrettyLittleThing 7,353</a:t>
            </a:r>
          </a:p>
        </p:txBody>
      </p:sp>
      <p:sp>
        <p:nvSpPr>
          <p:cNvPr id="21" name="competitor-selection-algorithm">
            <a:extLst xmlns:a="http://schemas.openxmlformats.org/drawingml/2006/main">
              <a:ext uri="{FF2B5EF4-FFF2-40B4-BE49-F238E27FC236}">
                <a16:creationId xmlns:a16="http://schemas.microsoft.com/office/drawing/2014/main" id="{931519C3-6281-4CEE-A41D-7129F32D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81150"/>
            <a:ext cx="45910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686C0C7-A00C-42BD-9994-EDCBFB5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每个竞品×品类池的选图算法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D8419FF-3229-4B34-9ABF-9EE1F72B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4F9490B-0CBB-469D-A1CF-38553AC6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先过滤status=available且12维标签完整的品类池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0FA1824-065F-43D3-92D9-8C771B3E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F59E018-EAE9-48D4-920D-A9AED8CB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选最高频2个标签＋达到约0.5%门槛后最少见的1个边界标签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A92463D-554F-4C5E-89D1-55F0CDC6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70162D7-8419-44D4-B3E7-8CE8597F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242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代表图按标签置信度最高 → catalog rank → product ID选出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40A81D8-61C1-4697-BDDB-DF70BC65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140B8A7-0EEB-493A-BAF1-7F05BCA9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338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每图取12维最高置信度标签，形成组合签名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CF39691-71B3-4FC4-AD4C-41DC710E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869A5E1-9795-444D-A4A1-ED3B5BC0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434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组合簇再选Top 2＋有效边界1；最后跨维、理由、URL去重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7FCE715-56F9-4329-98EC-6434DB2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结果：190张竞品证据图（61＋66＋63）</a:t>
            </a:r>
          </a:p>
        </p:txBody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A911AE19-E1D4-4082-86F5-68446629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05CCA8E-B75A-44A4-85CD-FC6BF4D4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62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9类候选目录29,030张；只有TOPS与SKIRTS共15,107张具备完整12维标签，其他品类明确写“不比较”。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42AEF8D9-1824-49B5-866D-A784C11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9A4D7B1D-B3D7-4252-99AD-A6E70C2A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974852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38B3D6D2-9915-4BBF-AFCA-071FDA7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PER-IMAGE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EBDA35-60C5-4AE5-88B9-1C8F9EC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体验2流程②：349张成功图片全部逐图分析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E1DB2C-6980-4C8C-873E-2D95741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159张目标多视角图片＋190张竞品证据全部命中共享高清缓存；网络重新下载0张，之后不再抽样。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BECBBD-F5A8-461B-9B89-8A079B0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count-0">
            <a:extLst xmlns:a="http://schemas.openxmlformats.org/drawingml/2006/main">
              <a:ext uri="{FF2B5EF4-FFF2-40B4-BE49-F238E27FC236}">
                <a16:creationId xmlns:a16="http://schemas.microsoft.com/office/drawing/2014/main" id="{3F70D4ED-4AA4-4B95-B8BE-E6DDC64B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6C4077-B6D9-4B6B-A345-6E3A486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目标图片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F7750C-3626-4182-B439-A88A4035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B699BA-F968-4C9F-8B3B-5C66B9B3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81个商品×最多2视角</a:t>
            </a:r>
          </a:p>
        </p:txBody>
      </p:sp>
      <p:sp>
        <p:nvSpPr>
          <p:cNvPr id="9" name="count-1">
            <a:extLst xmlns:a="http://schemas.openxmlformats.org/drawingml/2006/main">
              <a:ext uri="{FF2B5EF4-FFF2-40B4-BE49-F238E27FC236}">
                <a16:creationId xmlns:a16="http://schemas.microsoft.com/office/drawing/2014/main" id="{1A06A63F-F4F9-49F5-8A60-0C0244BF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1087820-86CA-44BB-A6A2-923D2986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竞品证据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056016-713A-43FF-BF35-9A609E5F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F0DEFB0-3934-4389-BB9B-432D2B36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61＋66＋63</a:t>
            </a:r>
          </a:p>
        </p:txBody>
      </p:sp>
      <p:sp>
        <p:nvSpPr>
          <p:cNvPr id="13" name="count-2">
            <a:extLst xmlns:a="http://schemas.openxmlformats.org/drawingml/2006/main">
              <a:ext uri="{FF2B5EF4-FFF2-40B4-BE49-F238E27FC236}">
                <a16:creationId xmlns:a16="http://schemas.microsoft.com/office/drawing/2014/main" id="{E6BA45F6-85FB-4CFC-86B3-6FD37AD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596228B-7D8C-4DD8-8E02-50C1DE46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成功总范围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3E348D3-83DF-41DA-8E15-5E5F39C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349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FFD4D78-5E60-4906-91F6-5C49BB1E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缓存命中349 / 下载0</a:t>
            </a:r>
          </a:p>
        </p:txBody>
      </p:sp>
      <p:sp>
        <p:nvSpPr>
          <p:cNvPr id="17" name="count-3">
            <a:extLst xmlns:a="http://schemas.openxmlformats.org/drawingml/2006/main">
              <a:ext uri="{FF2B5EF4-FFF2-40B4-BE49-F238E27FC236}">
                <a16:creationId xmlns:a16="http://schemas.microsoft.com/office/drawing/2014/main" id="{EB656E99-5402-4B19-BBE3-FADB025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B182012-8B8F-4249-AA66-DE15106F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逐图批次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2D9E7EF-184E-4CC5-AFDD-5FB588BE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21ACBDD-7DE3-432D-9B94-DE2B7A40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每批最多8张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3A9A84A5-CB56-4049-ADA5-F6DCA579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2" name="per-image-output">
            <a:extLst xmlns:a="http://schemas.openxmlformats.org/drawingml/2006/main">
              <a:ext uri="{FF2B5EF4-FFF2-40B4-BE49-F238E27FC236}">
                <a16:creationId xmlns:a16="http://schemas.microsoft.com/office/drawing/2014/main" id="{D1E1C4A9-6232-4AD0-BF39-9551D90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048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A10A16B-822B-475E-B473-9E40AD0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每张图必须返回的可见观察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3116C02-AC05-47DD-9E25-D4B46404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57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画面：scene · framing · pose_action · lighting · palette · styling</a:t>
            </a:r>
          </a:p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商品：silhouette · design_details · material_texture · garment_display</a:t>
            </a:r>
          </a:p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品牌/版面：first_image_type · brand_signal · text_overlay</a:t>
            </a:r>
          </a:p>
          <a:p xmlns:a="http://schemas.openxmlformats.org/drawingml/2006/main">
            <a:pPr algn="l">
              <a:defRPr sz="112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可见模特：presence · face · hair · makeup · gaze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B8204CC-70DE-48A2-BA49-D621E9A4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FD4F2"/>
                </a:solidFill>
                <a:latin typeface="Arial"/>
                <a:ea typeface="Arial"/>
                <a:cs typeface="Arial"/>
              </a:rPr>
              <a:t>＋ visual_role · strengths · weaknesses · evidence_cues（至少2条）·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84670C0-4544-49D1-9CDF-3C5A4B8B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每批同时返回2–10个候选模式，并列支持图与反例图。批内图片ID缺失或重复，整批失败。</a:t>
            </a:r>
          </a:p>
        </p:txBody>
      </p:sp>
      <p:sp>
        <p:nvSpPr>
          <p:cNvPr id="27" name="merged-evidence">
            <a:extLst xmlns:a="http://schemas.openxmlformats.org/drawingml/2006/main">
              <a:ext uri="{FF2B5EF4-FFF2-40B4-BE49-F238E27FC236}">
                <a16:creationId xmlns:a16="http://schemas.microsoft.com/office/drawing/2014/main" id="{E570ACA4-BA7A-4EEE-AB08-0CA2280C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752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DE9B584-9C8C-46A2-94B3-00E59495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汇总证据包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1D7833D-EADC-409C-A913-895DE294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3295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349张逐图观察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全部批次候选模式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图片—店铺—商品—位置—角色映射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15,107张竞品12维可比分布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29,030张候选目录及覆盖状态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竞品证据图的入选原因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B1CB9098-0C4C-4A1B-80D6-FDDAA071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EDFD087-F3A6-4737-9F8A-06D76BCE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44次逐图批次＋5次分章汇总＋1次执行摘要＝50次调用；1,277,211 Token，Sol估算费用 $15.58。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1B17DE2F-02BC-4C7B-B6B5-C0AB704C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69EED430-FE32-4241-B8C3-6121C3F1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04956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981667FE-BECE-4D81-9800-1FC05EA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FIVE-SECTION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A25E7A-4DB3-4ACA-80E2-1B57AD6C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体验2流程③：五章共享349张事实，再分别汇总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A4FB31-CDC9-47D6-938D-8396A2AA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349张图片只逐图分析一次；每章按角色和观察字段裁剪相关证据，不再次抽样，再由Sol分别生成章节。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F082BD-133B-4518-A710-F4DE6DA9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40C896F-9202-4F47-943B-A8B5CE1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914F915-CF35-469F-87AC-6C0AAA5D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EC5744DF-F9A4-4E72-8AD8-0A644866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621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B0DAD5-5BEC-482B-B051-5B902A7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764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主要证据范围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CCBCB479-9FD6-4CE9-AA1B-C6E6B446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FF9BA1-27F1-42C4-ADE4-D018919D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模型可用的判断视角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E12BB56-CBF7-4197-BE8D-4975B485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862E8F-3283-439E-88BF-DA593CFC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真实约束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9F86ABA5-A047-4D61-BDA4-96B0D0B5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D34766-600B-4D76-8129-77B3203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A19AF4C2-5562-4DC5-B343-836F41C7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427083C-2069-4032-BAC3-3174275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全量目录＋目标159图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617AF164-0D31-4B35-AE56-AB2AE670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B49106-6744-43C5-B393-1B67E3E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scene · lighting · palette · brand_signal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180D7EC-6F44-4D03-AC2D-A41DF1D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585D1EC-A9AD-44DD-8817-F2AAF56D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只取target；视觉样本不外推全店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6B250212-440B-45A5-9E15-896B6270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4E2A1F7-8FF9-4AA2-A22F-86F08690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7AB18203-99B5-4C0E-BC42-DD318A52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9282F5C-8DD3-411E-B573-8D594147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目标159图 / 9类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8386644E-28D6-41D3-AA3E-3079C112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206F46A-BA54-4AB9-8B24-81C1ECFD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framing · silhouette · details · material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251A7031-1E74-4FA5-915B-D2C6F2D6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C89BB72-6520-4871-97A1-2963221E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前三类主分析；六类交叉验证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0B0DB3D8-241D-467D-94DD-05CB9494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851FCE0-2CE4-49D6-8D05-2873340C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C51572C6-52F3-4B95-8076-7E4BC98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A7ACDB5-B4E9-4788-A7F0-5911ABE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目标159图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93BC52AE-13D4-4A0E-AFD3-CD1C592E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3A2076A-80D6-416A-AE3F-AAB58DBA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33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scene · lighting · overlay · 可见模特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8033455B-A79E-4970-B0B0-F9C8E193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0E0A4BF8-468B-48AF-B1A3-EDB63AB6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只记录可见、非敏感属性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0258AA3F-86A9-4C3A-93F7-F18F52E2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3BF2C81-28F1-4346-9D17-68240663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72148B7B-DC89-4E09-B089-9911D5A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4DC3D66B-CA50-4116-BB33-A1AE5983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竞品190＋分母15,107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BF7F0C4C-03E0-446A-AFD2-A9C9AE87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005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8E3CF20-EA6A-4B8D-A798-B003D769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12维分布＋高清逐图观察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27F54006-FDDC-483B-AB01-50C13EC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2F6C59E5-B9A5-4BC0-83D6-DCB075F0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仅TOPS/SKIRTS；三品牌隔离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E5F0F5DC-F370-4918-AC92-E8C7AB7F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CE0CCAE1-613E-4B78-B3EF-967C92B4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305FB7B1-9415-40F2-840A-976F0346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816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00B03CC-B115-432A-88C5-75D272D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前四章已验证结论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BD36FC16-1BE6-48FA-BE6C-6B97A22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816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8A9DACA8-560B-467E-9BB2-B857EFD4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问题→证据→视觉改进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19A5EC89-90FA-43AB-A9E6-E515A38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C9131456-64EA-4959-B294-BFC28456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不重新读图，不杜撰新观察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F5E9040F-6114-4A77-A143-72C95267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5A66F05A-EDE1-4AA0-B118-D9BBA3D6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每章独立保存checkpoint；五章完成后，执行摘要只读取五章结果，不增加新事实或图片ID。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D8DF87C1-DF8D-4432-8495-07C27351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ooter">
            <a:extLst xmlns:a="http://schemas.openxmlformats.org/drawingml/2006/main">
              <a:ext uri="{FF2B5EF4-FFF2-40B4-BE49-F238E27FC236}">
                <a16:creationId xmlns:a16="http://schemas.microsoft.com/office/drawing/2014/main" id="{5C23F66F-89F1-43E4-AE24-1319C7CB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236686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19EBB4E5-EA63-4A8C-8AF8-3E2C2855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CLAIM CONTRACT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D3D4E4-9BC8-4286-B686-B18EEB1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体验2流程④：每条结论如何从观察进入可审核PDF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B77BF5-776B-4C9D-B905-B5999C02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Sol写结论与推导；JSON Schema固定证据字段；程序阻断错误ID和竞品错配；用户逐章决定是否采用。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FB9A50-BF16-4C22-B7B0-5E026591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A57E5746-0E72-4DF8-99E4-309BBAB3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8532C55C-885A-4C72-819E-38AE263E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A9FC9FE1-408C-43AD-B235-5A89B15F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31A9E36C-017F-4C35-BB1B-A2E6011F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7B1E5DD-69FF-4B01-B178-17336E70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03C21700-8845-495E-A433-CBC37ACE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D12CEFD-BE04-44B5-98A0-271E0920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317010-D32F-4B1D-B2FE-6A4E22D7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逐图事实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40FD85-6BD3-402C-BDE7-CB674DE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349张×18个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可见观察字段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197525E7-3436-407A-8638-AF7A834D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569DA0C-BD83-467E-AE67-6704B698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1232C8-7498-41A5-AD4A-043C631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按章裁剪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DC634E5-5043-4967-BE7E-23FF3B58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角色＋字段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不再次抽样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C8A54072-C217-481B-A8BB-CE77FFD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5EDCB11-57C5-4A3F-BD7C-A4E66377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CBF47A7-4E12-4382-A3C9-9C7C468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五次汇总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D5BE61D-F827-4059-B85E-84CDF597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每章2–6条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独立checkpoint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201219B9-5381-4A01-857C-EC7C7C33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CD37213-FEDB-47FC-A1FD-2B098CD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8A928AD-4973-4013-A4B9-73FFDFE7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程序硬校验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976DA2A-CB5F-4178-BCFD-92672A64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五章齐全且不重复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ID必须来自输入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31ED1D80-5670-4390-B771-6425EE96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F35C854-60B0-4115-AA78-CDA96F2E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2F256AD-D9AB-4B32-874B-1A86F5F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66A9CA5-3D61-4108-8FFF-45ABD01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满意=通过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不满意=仅重跑该章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4C072C60-BC79-4D1D-A1A8-C2E7D53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3823F50-3BFC-4403-AE3D-CF54A7B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A5B8D3D-0271-46F5-944A-FD63157D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本地排版PDF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AE60D196-DD85-401F-BAAA-83EA509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五章全通过后生成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不再调用模型</a:t>
            </a:r>
          </a:p>
        </p:txBody>
      </p:sp>
      <p:sp>
        <p:nvSpPr>
          <p:cNvPr id="34" name="hard-validation">
            <a:extLst xmlns:a="http://schemas.openxmlformats.org/drawingml/2006/main">
              <a:ext uri="{FF2B5EF4-FFF2-40B4-BE49-F238E27FC236}">
                <a16:creationId xmlns:a16="http://schemas.microsoft.com/office/drawing/2014/main" id="{119A87AD-FC85-4D6A-A300-ECCFD62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D4C8922-E042-43AD-A5A8-5741C49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程序硬校验（失败就不出报告）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E7B9A66-5DB7-4AF4-ABE0-FCDFF478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每批逐图观察必须恰好覆盖输入图片ID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五个section_id必须各出现一次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每条claim只能引用本次成功分析的图片ID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竞品差距：三家分别点名；证据图须属于对应品牌</a:t>
            </a:r>
          </a:p>
        </p:txBody>
      </p:sp>
      <p:sp>
        <p:nvSpPr>
          <p:cNvPr id="37" name="soft-validation">
            <a:extLst xmlns:a="http://schemas.openxmlformats.org/drawingml/2006/main">
              <a:ext uri="{FF2B5EF4-FFF2-40B4-BE49-F238E27FC236}">
                <a16:creationId xmlns:a16="http://schemas.microsoft.com/office/drawing/2014/main" id="{A46892A3-787F-4D7E-82F9-BFA50A3F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3D38CCA9-057E-484D-85A1-31581009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 软约束＋人工审核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EF5F904A-CE52-4579-8256-E86D14F7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5010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全量目录只支持店铺规模和品类结构，不能冒充视觉全量分析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目标视觉判断来自81个商品、159张多视角图，覆盖9类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竞品只比较TOPS与SKIRTS；其他品类明确披露未覆盖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不满意时携带原章节、审核意见、scope和同章evidence重跑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48553A17-1A92-48C8-9B7F-6F955E47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A871C239-5467-4D53-9A9F-48E906E0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014438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988C0335-8C51-4215-B274-75816AAA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62BD31-B3BE-4E07-BB1E-74701890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34209D-1C02-4D10-86E0-5064ADE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界面先展示全店2,848件、前三品类20个商品、六个补充品类各5个、最多2视角与费用边界。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CF97DE9-0BE1-494B-B304-6F90684C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9BB0D94-E2F6-4617-9F2A-E7E964C8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88bdcdaf44625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05C5085A-B003-4277-8722-CA4F7358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B9E0DDF-D3B0-43B6-B121-6FFB192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17B7726B-25BC-4F8B-AD13-B61034D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F1D800A-86D1-4E9D-A818-C398D6F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604498D-7A7E-498C-8116-E92C2679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7740A74-04E6-4DF7-BF14-CEAC43A4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目标共覆盖9个重点品类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F48FCBF-1DC7-4258-B62E-7C160B1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149DDF2-63FB-4753-B1C2-12AF9BC3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81个商品，最多2视角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2953966B-8C60-4AB3-BAD0-AE8CFFD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FB61604-55CD-47E9-B7EE-80E7AEF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竞品只比较12维完整品类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5E1308A-8EDD-4C8B-9C94-C13F3A24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34664FD-D576-4A83-BA29-AEA7A766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3483535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E47A0DB-EDAC-4B3D-8F0C-60BECA72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ED9814-8A68-4E52-A7DE-B48C744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D8991C-9C5C-4B43-A517-107739C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任务显示159张目标图、15,107张竞品可比分母、190张高清证据、349次缓存命中与实际费用。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792414-DC03-4C7E-9D80-E64129F7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A56D7CFF-36DD-4204-80BC-83AF84BF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2769a5760432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2866FBE-4B13-437E-AEE5-4B21386C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772BB86C-8297-402F-836E-570DB8B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267EC6CB-25F8-4A65-9218-9B4E83C8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3EB8195-EEFF-4539-B0D1-36DCDF4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2DAFB6BA-043F-4F53-AA64-4436D222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99B2903-57A8-4DF7-AB2D-D6FE01D3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349张成功图片全部逐图分析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66DC784A-1293-4C55-A0CA-9F07D821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EA94164-B292-4BB8-8BDB-73D4141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竞品比较TOPS＋SKIRTS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CF9A6282-7EC7-4DC4-8472-94E5BCB6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B1CBD13F-A520-469C-8786-B0BE24A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Sol费用约$15.58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BF130711-2B20-4133-9A57-F1F7411E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AD49BCD-E3F1-4B43-939C-09B16F11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12944977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9ECA90C4-33A8-46EE-8DAE-BDF48496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8943B9-A795-4BE3-8718-4F15AF7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33B83B-B897-4BF0-913C-4ACD4F05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每个Section展示结论、推导、样本范围、观察字段及直接可见的支持图与反例图。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3A8C83-42CC-4B79-9348-68B835C8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AC5E9D6-F1E7-4C7E-B2E0-053BE101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df4effa8645fb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207A5B6-3756-44DD-B3C6-65D5802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2055DA9-B0C1-4072-9F3E-7F02B862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C2CF32B4-0EB0-4009-92D2-E2E92A5C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F37A01A-9F08-4B18-897C-2082AF18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27712C4E-F501-4D2C-9BC7-CD77378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1554477-9A09-4FB4-9E64-20375322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DF67C10-8791-4D8C-A9A1-DC663CD2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B6488F79-0091-4940-96B4-417E9F47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3A71BDC-6C89-4B68-A9C4-3E0A9D48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ED5E22FF-EB6E-48B9-9071-B53DB8A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59C121B-597E-4B5E-A28D-B5F4D9DE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18EBB41B-97CD-4D9D-9A94-54408C3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831467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30002F4-3A38-41E6-9ADC-818ECB8B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077B26-9AA4-4E3E-A897-63E6603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452590-F45D-410D-A500-0A2E36C1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C754F0-10C2-4ECE-9F9B-98616A2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D3FCCAC-1B86-4CC3-82AC-53390385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e7d7a6f5845ac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D5EBF932-B1BD-403F-BF9F-ED0610F5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5A77A51E-048A-4FF5-A5AC-B8CA4C5D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C1A07D08-951C-4D61-A07C-ED0B1F37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AB97D07-5F4F-4819-8DCB-D919C559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9B49723-4B9A-4696-A8CD-7A7903B8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1C67045-28E8-4FB2-92A5-94DC7FD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6AE4D68-2C87-4C77-9996-0171C0E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D5A87658-646F-4252-A3F9-B40AA47D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FFFBF89-B312-4B5E-8090-76DF24B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741F611-C2DE-47AA-9B91-2F897D8B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2464EFC-93DE-42C9-A2CB-049585D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F80576B-8979-4DB5-B5C6-761286F0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5232636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8E22AD5-29CB-47D3-9764-29B033AD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D037CE-A3D4-4310-B1B8-9A998B3A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3C964CE-17E9-4E8A-987D-BEDD7A9E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五章通过后，系统只读取同一任务草稿本地排版；最终PDF已按样片版式生成53页。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41124F-7615-452F-B9CB-CCD7FA13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430267C-FEAF-496B-AE09-7B768E9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8ee7856594b84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7730F41-9495-46A8-B943-74051FD9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9DD6EDB-4CF9-4D97-8F4A-0791AAE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AD033BC-DA6A-4AC5-B7CA-7FEC46A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B9A8220-DDE5-46D3-B2B1-D2D7808A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4EAD8B2-7633-47F8-8127-E22D74D8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3390B97-ECCC-41A5-B2D5-A86A391B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539DD591-D5DC-4396-8485-16A90E8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6ACD0E4-2FB5-42DF-8BDF-9625009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F414563-2A25-4EDD-AA68-0E1531F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48EFB229-6FCC-472C-B877-5993E253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结论与证据进入固定版式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167319E-35CC-4A5E-A3BF-A5A69DC7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C1040CE-EB2A-4315-9F4B-B3D2FEC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2026-08-27</a:t>
            </a:r>
          </a:p>
        </p:txBody>
      </p:sp>
    </p:spTree>
    <p:extLst>
      <p:ext uri="{BB962C8B-B14F-4D97-AF65-F5344CB8AC3E}">
        <p14:creationId xmlns:p14="http://schemas.microsoft.com/office/powerpoint/2010/main" val="66350107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9AB6417D-08AD-43B7-9C91-4B2F02CC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52941F-9D62-4CED-AB9B-F2631340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53 页成品由五个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F89A48-9FFF-4BCD-A28E-A44ED17C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新版在原样片结构中补入店铺信息、全量品类结构、9类样本、多视角展示与可见模特画像。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6B2E0F-D20D-48F7-BE8D-D36B7D44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57a621aeb40ab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CB12F2-FA97-4717-B392-3F958E37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3E129C-0760-4E13-9525-B2696C20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D2D6129-18B9-4214-A6AF-FFDE607C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店铺规模、重点品类与风格是什么？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0066207874692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6D47C9-9657-445F-89DF-9CC0ED86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0F4F1C-08E0-4E73-AF52-21026CA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474FE2C-0520-4AEB-9E57-B646039E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三类主分析＋六类交叉验证怎样展示商品？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5f31d34b744edc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3FDB2A3-F4B0-48EC-A03C-A100EB9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08458DF-BA53-4409-83AD-D07C2BCB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6E6B48-C5A5-4C05-A047-C286E53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布景、图法与可见模特哪里失序？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ac6ced4794056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805BD17-914C-4C42-93F1-E9E798A5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91CA9A0-AF37-4029-8094-A6571B5D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B33B6C1-047B-4BBE-B484-B2A9FB90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在TOPS与SKIRTS可比范围内差在哪里？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f90df22664bfe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EE8F217-35C2-4C36-9C8B-3135502D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P40–53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756A6A0-110F-4314-BE70-3148A36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9CDF695-3647-400B-B1A1-291C2270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58873A80-78AE-4AD3-B0E5-860DB83F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1651D85-2373-41E3-931A-53C0A68E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D283CA5F-2ABD-497A-A488-218D7746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0F776989-6F32-4090-A20B-82018BA4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3DA33A18-26FB-4F5A-B903-7AF836D7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116439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FAB66B-5949-4927-AAE7-71506A47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12725B-DEEC-47EE-91DE-5D1C278F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最终PDF沿用样片版式，并绑定本次349张图证据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B38E380-A3B0-448E-8A1F-EE089A08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内容来自9类目标商品、多视角观察、TOPS＋SKIRTS竞品分布，以及五章独立审核结果。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39AF53-84A7-4B23-8B99-73A471C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22b919c084cff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a912e4ae840ee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15e160b9a46d1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5337368ae415a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页视觉诊断">
            <a:extLst xmlns:a="http://schemas.openxmlformats.org/drawingml/2006/main">
              <a:ext uri="{FF2B5EF4-FFF2-40B4-BE49-F238E27FC236}">
                <a16:creationId xmlns:a16="http://schemas.microsoft.com/office/drawing/2014/main" id="{A4553668-D93C-4C53-A8DD-0CB5A55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0" name="metric-label-页视觉诊断">
            <a:extLst xmlns:a="http://schemas.openxmlformats.org/drawingml/2006/main">
              <a:ext uri="{FF2B5EF4-FFF2-40B4-BE49-F238E27FC236}">
                <a16:creationId xmlns:a16="http://schemas.microsoft.com/office/drawing/2014/main" id="{CDF30BF0-5A64-4BF3-915F-AF2B8A62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页视觉诊断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E7091E82-2553-42B3-A004-A48AEE07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B674FD42-7975-41D3-99D4-F246EC71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79C22B2-F68D-4B9B-A9DA-4EAEF351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E54EA8-DE74-41D0-BB5A-AE8BB361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Aloruh店铺视觉诊断－白皮书覆盖版－20260827.pdf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326218DE-53C8-464C-9CF6-4F08FF3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464BA793-133D-4A1D-A492-C7C96E4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21109805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C3C10FAF-D9F7-44CA-8660-49403C8D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3EF734-CF3C-4598-989D-E343F1D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附录A1/9：Terra完整Prompt — 通用规则＋维度1–3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CB8254-9AF0-4095-A8B2-72D736D2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以下文本来自_taxonomy_prompt()；仅为适配页面人工换行，单词与标签未改写。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0A8E97-5EEA-41CE-BD58-2BBD09CD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cod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F7BE71E1-261D-4206-8CDC-902271F3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0429D296-E211-491F-81F6-B0071CDA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统一规则（完整）</a:t>
            </a:r>
          </a:p>
        </p:txBody>
      </p:sp>
      <p:sp>
        <p:nvSpPr>
          <p:cNvPr id="7" name="code-body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D50D859C-1311-41E8-86C4-BA10357B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 Use visible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and the supplied title/category only. 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never combine UNKNOWN with another code. Do not infer ethnicity, health, attractiveness 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sensitive traits. product_category must have exactly one value. Other dimensions may have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 to five values. Focus on the primary item sold; accessories belong in styling unless they are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primary product. Return every image once.</a:t>
            </a:r>
          </a:p>
        </p:txBody>
      </p:sp>
      <p:sp>
        <p:nvSpPr>
          <p:cNvPr id="8" name="cod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714BF009-3C62-4259-8AEE-BD9C15C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04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EA7CF3E7-BBD0-4867-A551-EFFADD9E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受控标签字典 01–03 / 15</a:t>
            </a:r>
          </a:p>
        </p:txBody>
      </p:sp>
      <p:sp>
        <p:nvSpPr>
          <p:cNvPr id="10" name="code-body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14754836-7CEE-424F-980C-2DA657B6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product_category: DRESSES, TOPS, SKIRTS, TROUSERS, SHORTS, SWIMWEAR, OUTERWEAR, JEANS, JUMPSUITS, PLAYSUITS, SETS, LINGERIE, ACCESSORIES, SHOES, OTHER,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silhouette_fit: BODYCON, FITTED, SLIM, REGULAR, RELAXED, OVERSIZED, A_LINE, STRAIGHT, FLARED, DRAPED, CORSETED,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design_elements: BACKLESS, CUTOUT, HALTER, OFF_SHOULDER, STRAPLESS, SPAGHETTI_STRAP, LACE_UP, SLIT, RUFFLE, TIE_DETAIL, RUCHED, ASYMMETRIC, SHEER_PANEL, EMBELLISHED, PLEATED, UNKNOWN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31C7007-F4A8-42E4-BB12-9F0D0653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3500D0A-3494-4F74-BC0C-503A3581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332870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565C45CA-C1BF-460E-9243-74FBE7B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5BFF49-E002-49DA-AF53-6C50447E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附录A2/9：Terra完整Prompt — 维度4–8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63139E-D914-4BA7-929B-F4FA1C43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这些维度行紧接在统一规则后面；它们是允许返回的代码集合，不是五次独立请求。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3F4DAC-51E6-4CE3-BD60-AAC32B5F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cod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E3D7F5A5-DB5B-4600-AAB3-F67FBD25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AD86909C-5CFF-4620-885A-994DC1B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04–08 / 15</a:t>
            </a:r>
          </a:p>
        </p:txBody>
      </p:sp>
      <p:sp>
        <p:nvSpPr>
          <p:cNvPr id="7" name="code-body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3F48A981-ECAD-4013-8024-EE1D9F19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BEACH, POOL, WEDDING_GUEST, FESTIVAL, COMMUTE, FORMAL, HOME,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DETAIL, FLAT_LAY, PRODUCT_ONLY,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SITTING, STANDING, MIRROR_SELFIE, HAIR_MOVED, LOOKING_AWAY, INTERACTING_WITH_SCENE,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selling_points: NECKLINE, SHOULDERS, BACK, WAIST, WAIST_HIP, LEGS, HEMLINE, SLEEVES, FABRIC_TEXTURE, DRAPE, PRINT, FULL_OUTFIT,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BEACH, POOL, PARTY, NIGHT, ARCHITECTURE, NATURE, OTHER,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CBCC79CD-D376-4189-B184-13E77B6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2EB4F9A-71A4-4BDB-8487-BD78613D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7887255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C0EF9D8-ED58-48D5-B600-8E0EA927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2EC7BC-8795-43D8-A503-017F79B8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附录A3/9：Terra完整Prompt — 维度9–12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A68348-C3FE-4F48-9B04-FBE6CCDC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长标签行按页面宽度自动换行；标签拼写与代码完全一致。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05F471C-8755-4EC8-AF67-67A370E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cod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AD4DE041-B6C0-4805-B95D-01C99491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439F8F99-E6D5-4DDA-83D5-C3C5FD0D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09–12 / 15</a:t>
            </a:r>
          </a:p>
        </p:txBody>
      </p:sp>
      <p:sp>
        <p:nvSpPr>
          <p:cNvPr id="7" name="code-body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D5393FE3-57B3-4A3E-865C-1101640C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material_texture: KNIT, LACE, SATIN_LIKE, SILK_LIKE, DENIM, COTTON_LIKE, CHIFFON, MESH, SEQUIN, LEATHER_LIKE, RIBBED, CROCHET, PLEATED,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color_pattern: COLOR_BLACK, COLOR_WHITE, COLOR_GREY, COLOR_BEIGE, COLOR_BROWN, COLOR_RED, COLOR_PINK, COLOR_ORANGE, COLOR_YELLOW, COLOR_GREEN, COLOR_BLUE, COLOR_PURPLE, COLOR_METALLIC, COLOR_MULTI, PATTERN_SOLID, PATTERN_FLORAL, PATTERN_STRIPE, PATTERN_CHECK, PATTERN_ANIMAL, PATTERN_ABSTRACT, PATTERN_GRAPHIC,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visual_language: ECOMMERCE_CLEAN, EDITORIAL, LIFESTYLE, SOCIAL_UGC, ROMANTIC, VINTAGE, Y2K, MINIMAL, GLAMOROUS, SOFT_LIGHT, NATURAL_LIGHT, DIRECT_FLASH, WARM_TONE, COOL_TONE,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styling: SINGLE_ITEM, FULL_LOOK, LAYERED, ACCESSORIES_VISIBLE, HANDBAG, SHOES_VISIBLE, JEWELRY, MATCHING_SET, SWIM_COVERUP,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F8AB062B-60F1-48ED-B8D6-97B7A51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460CA03-48F7-4153-8D79-7806BBC7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975936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19F803FA-C591-45FC-84DE-3E4A77C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COMPLETE REQUEST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A05222-65C4-487A-8E01-DE43CB6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附录A4/9：Terra完整Prompt — 维度13–15＋请求封装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D38FD0-0FB7-4024-8CA8-81BF693D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至此通用规则与15个维度已完整列出；同一请求还会为每张图片追加上下文，并使用严格JSON Schema。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B54588-AC96-48CC-B123-76F619B5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cod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A054FBFF-DF81-46F6-A41A-52E611AD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DA1732AD-2A6C-47DD-9761-853FF2A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13–15 / 15</a:t>
            </a:r>
          </a:p>
        </p:txBody>
      </p:sp>
      <p:sp>
        <p:nvSpPr>
          <p:cNvPr id="7" name="code-body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6A772A01-188B-4706-B5B5-1D8D57AF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lighting: SOFT_DIFFUSED, NATURAL_DAYLIGHT, HARD_DIRECT, DIRECT_FLASH, WARM_AMBIENT, COOL_AMBIENT, LOW_KEY, HIGH_KEY, MIXED_LIGHT,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model_state: NO_MODEL, STANDING_POSE, WALKING_MOTION, SITTING_POSE, LOOKING_CAMERA, LOOKING_AWAY, FACE_CROPPED, MIRROR_SELFIE, INTERACTING,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graphic_overlay: NONE, TEXT_OVERLAY, PRICE_PROMOTION, LOGO_WATERMARK, COLLAGE, FRAME_BORDER, STICKER_GRAPHIC, UI_SCREENSHOT, UNKNOWN</a:t>
            </a:r>
          </a:p>
        </p:txBody>
      </p:sp>
      <p:sp>
        <p:nvSpPr>
          <p:cNvPr id="8" name="cod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CC64E9F5-ABD1-4CF9-9C59-DD4464D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372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457ED688-CA89-4E92-8C53-37CAB13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每图追加的真实上下文格式</a:t>
            </a:r>
          </a:p>
        </p:txBody>
      </p:sp>
      <p:sp>
        <p:nvSpPr>
          <p:cNvPr id="10" name="code-body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7EB69A60-8A12-424F-994F-1D5E904B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key={item.key}; title={title|unknown};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current_category={category|unknown}; position={position}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input_image(detail=low)</a:t>
            </a:r>
          </a:p>
        </p:txBody>
      </p:sp>
      <p:sp>
        <p:nvSpPr>
          <p:cNvPr id="11" name="cod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BC2760B4-C0F2-4AF4-958A-ABA16D8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5448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titl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CF5BB60E-E6D2-4D3E-8ECC-9CBDFAE2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严格输出契约</a:t>
            </a:r>
          </a:p>
        </p:txBody>
      </p:sp>
      <p:sp>
        <p:nvSpPr>
          <p:cNvPr id="13" name="code-body-严格输出契约">
            <a:extLst xmlns:a="http://schemas.openxmlformats.org/drawingml/2006/main">
              <a:ext uri="{FF2B5EF4-FFF2-40B4-BE49-F238E27FC236}">
                <a16:creationId xmlns:a16="http://schemas.microsoft.com/office/drawing/2014/main" id="{26C6EB34-350A-48F6-B235-D90FA30B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506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items[]: i + tags{15 dimensions} + confidence{15 dimensions}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exactly 1; other dimensions 1–5 values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每张输入图必须恰好返回一次；漏图、重复图、漏维度均失败。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847CBE8-C35D-4CC0-9F48-28071654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D664BF8-614C-44A9-B93A-5784595D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533679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75A4DA0-7B93-4409-AED3-19386B7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0726F4-6DBB-4C61-844F-21BD21E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附录A5/9：体验1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A3BD22-2621-4425-A363-4D357478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代码原文来自detailed_visual_analysis.py；固定筛选条件在末尾以JSON拼接。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D77003-0E39-4AB4-9817-564F997F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cod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7AA7615D-05C0-4FBF-AC6A-6BB675E4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6B225B45-55F0-4967-9C19-98521EF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_prompt(filters) 完整文本</a:t>
            </a:r>
          </a:p>
        </p:txBody>
      </p:sp>
      <p:sp>
        <p:nvSpPr>
          <p:cNvPr id="7" name="code-body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0E3D64F4-3080-4832-9D99-1C82EA3D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你是一名电商女装视觉策略负责人。请对同一固定维度组合下的多店铺高清商品图做精细视觉分析，输出中文。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先写肉眼可见事实，再写解释；每个判断都要给 visible_cue。不要推断种族、健康、吸引力等敏感属性。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不要把构图相关性写成 CTR/CVR 因果；经营影响只能写成待 A/B 验证的假设。重点比较：场景、景别、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模特动作、光线、色彩、搭配、服装结构呈现、视觉意图、店铺一致性，并沉淀可复用的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构图-动作-卖点-场景 规则。固定筛选条件：{filters JSON}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4E48E13F-BE4E-4E36-9318-16896662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04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FF0C70A6-CFD1-4C08-9767-44FA69E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E39276E1-627D-4682-BE03-048775F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store={store_id}; product={product_id}; title={title}; category={category}; pixels={width}x{height} ＋ input_image(detail=high)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03D7538-B06D-482A-BA35-2FDD5A52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CFA747DA-5CB8-4FBB-AC3A-B9AB25A5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24149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68A8053E-010D-44CA-93CA-BB64CB6E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OBSERVATIONS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CF6AED-BD66-40A1-912D-185CBEA3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附录A6/9：体验2逐图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EDAD31-D327-471E-8875-A70AFFF3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该Prompt在每个8图批次重复使用；图片上下文保留角色、品牌和竞品证据入选原因。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6A2886-7DDA-4842-9A1F-6A01412D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cod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6D6E1138-0355-4CA3-9DC6-1F9FE154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F7DBC1ED-0E79-4B18-AC7D-0D419D9D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_image_prompt() 完整文本</a:t>
            </a:r>
          </a:p>
        </p:txBody>
      </p:sp>
      <p:sp>
        <p:nvSpPr>
          <p:cNvPr id="7" name="code-body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DE376F51-8217-4F89-AAD9-E81BBB50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你是女装品牌视觉诊断分析师。逐张分析高清商品图，先记录肉眼可见事实，再写优缺点。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不得使用销量、曝光、点击、转化或ROI，不得推断敏感属性。旧分类标签仅是上下文，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不能替代本次观察。证据线索必须能在图片中复核。竞品图只用于对照，不代表目标店铺。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竞品图只从已完成12维标签覆盖的可比品类全量分布中分层选出；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未覆盖品类不得推断。selection_reasons说明其典型或边界证据角色。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模特相关字段只记录实际可见的在场人数、面部可见性、发型、妆容表现、表情和视线；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不可见时写不可观察。禁止推断年龄、种族、国籍、身高、体型尺寸、健康或吸引力。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产品字段要分别记录廓形、可见设计细节、可见材质纹理和商品展示完整度。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F8E7F498-D15C-4099-8573-0145B34C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870BEED7-114E-4F4D-8338-48901DD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0ED4A01F-D974-4BCA-A621-B9A74361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{image_id, store_id, product_id, category, role, selection_reasons}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input_image(detail=high)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严格Schema要求每张图返回18项observable、visual_role、strengths、weaknesses、evidence_cues、confidence。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1166BC4-B237-4748-A789-9BEB6F80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E85563C-F916-4E21-98B5-C9E2C616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777284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109DB4B-984C-4B9F-B7B4-A6BE320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ACTUAL SECTION SYNTHESIS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9E823C-89EB-4338-94C4-8AD64FBF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附录A7/9：体验2实际单章汇总Prompt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B8BF23-3318-4006-8405-E8D377F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生产任务不再发送6MB总包；五章分别调用同一个基础Prompt，并各自追加章节要求和裁剪后的证据。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E5FE3A-06E9-4270-BF74-9A2A5462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cod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0D7636B9-2661-49BB-B219-1B12727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E7E7FA1B-6458-4EA1-B0D8-8F785DC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_section_prompt(scope, section_id) 完整基础文本</a:t>
            </a:r>
          </a:p>
        </p:txBody>
      </p:sp>
      <p:sp>
        <p:nvSpPr>
          <p:cNvPr id="7" name="code-body-_section_prompt(scope, section_id) 完整基础文本">
            <a:extLst xmlns:a="http://schemas.openxmlformats.org/drawingml/2006/main">
              <a:ext uri="{FF2B5EF4-FFF2-40B4-BE49-F238E27FC236}">
                <a16:creationId xmlns:a16="http://schemas.microsoft.com/office/drawing/2014/main" id="{6B08DB39-45A8-47C9-B990-59705E23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所有入选高清图已完成逐图观察。现在只生成一个视觉诊断章节，输出中文，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不得引用未提供的图片ID。每条结论必须说明推导方法，并列出支持图、反例图、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代表图、样本数、筛选条件和观察字段。不得写销量、曝光、点击、转化或ROI，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不得推断敏感属性、人群画像或代表红人。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章节={section_id}({SECTION_TITLES[section_id]})。要求：{requirements[section_id]}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范围：{scope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EVIDENCE:{按章节角色与字段裁剪后的 evidence JSON}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3D48448-F87A-4F2D-B3F9-6EF7FD1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07FE7D51-4583-4944-B310-0E1AC3DE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97527391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042C799D-DD7B-4E7A-A138-DD372E3A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REQUIREMENTS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F341AE-5F43-4310-AC50-5472D8F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附录A8/9：五章要求＋执行摘要Prompt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91ED27-D16A-46B6-B3AF-0003FD4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这五段requirements是真实发送内容；章节完成后再用一个独立Prompt压缩为2–4条执行摘要。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7BFC480-0448-4CF2-A3D0-74C42527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cod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BB25BAB8-5E95-466B-974D-E3F2A2D3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93B5F7A2-6924-4F29-B42B-92C18545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requirements[section_id]（生产原文）</a:t>
            </a:r>
          </a:p>
        </p:txBody>
      </p:sp>
      <p:sp>
        <p:nvSpPr>
          <p:cNvPr id="7" name="code-body-requirements[section_id]（生产原文）">
            <a:extLst xmlns:a="http://schemas.openxmlformats.org/drawingml/2006/main">
              <a:ext uri="{FF2B5EF4-FFF2-40B4-BE49-F238E27FC236}">
                <a16:creationId xmlns:a16="http://schemas.microsoft.com/office/drawing/2014/main" id="{EEDF243B-2C5E-48DA-84BE-7E6324E1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brand_positioning：说明店铺基本信息、全量重点品类、视觉风格划分与品牌信号；商品数和品类占比可引用全量目录，视觉判断只能引用目标店逐图证据。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product_display：分别覆盖前三重点品类，并用补充品类交叉验证产品卖点、动作、常见搭配、廓形、设计细节、材质纹理和多视角展示。不得按position顺序猜正背面。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store_visual_audit：覆盖拍摄布景、拍摄风格、光线、构图、图文叠加和可见模特画像；模特只记录人数、面部可见性、发型、妆容、表情和视线。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competitive_gap：分别写Princess Polly、Motel Rocks、PrettyLittleThing，至少每家一条独立结论；支持图或代表图必须属于该品牌。全量标签分布是统计分母，高清图只复核典型与边界。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visual_upgrade：只根据前四章已验证结论提出升级方向，并复用其有效图片ID；每条建议要说明对应问题、证据和预期视觉改进，不得杜撰新观察。</a:t>
            </a:r>
          </a:p>
        </p:txBody>
      </p:sp>
      <p:sp>
        <p:nvSpPr>
          <p:cNvPr id="8" name="cod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E8AAD7B3-AA62-4F5C-BF3E-0563C7C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7BC1FDF6-8271-4622-B859-FB2A5C6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执行摘要Prompt（生产原文）</a:t>
            </a:r>
          </a:p>
        </p:txBody>
      </p:sp>
      <p:sp>
        <p:nvSpPr>
          <p:cNvPr id="10" name="code-body-执行摘要Prompt（生产原文）">
            <a:extLst xmlns:a="http://schemas.openxmlformats.org/drawingml/2006/main">
              <a:ext uri="{FF2B5EF4-FFF2-40B4-BE49-F238E27FC236}">
                <a16:creationId xmlns:a16="http://schemas.microsoft.com/office/drawing/2014/main" id="{83B5DDD3-3C5D-464B-B2FD-51D37CFD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根据五个已验证章节写2至4条中文执行摘要。不得增加新事实或图片ID。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SECTIONS={五个已完成section JSON}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6490FAA-575B-414C-8AD2-7190070A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EA0E5332-295D-423C-A719-1F58BFF7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1963420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64094F3F-C243-4F1C-B0D7-E190B7FD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REVISION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019799-747D-4D48-8A4D-7E38AFD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附录A9/9：单章修订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427FBAC-98E0-4812-9E9E-64357600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用户判定某章不满意时，只重跑该section；其他四章不重新分析，已完成逐图观察也不重做。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70E9BB-1F85-4FA1-A73D-0BE784DA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cod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BFDA5F8A-B303-43A5-9E66-87C2A6B5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8B4FFCE7-5B83-4195-B284-10BA0AC2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revise(section, suggestion, evidence, scope) 完整文本</a:t>
            </a:r>
          </a:p>
        </p:txBody>
      </p:sp>
      <p:sp>
        <p:nvSpPr>
          <p:cNvPr id="7" name="code-body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10B19194-4AFB-4D3C-8FD3-62227E5F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根据审核意见重新分析一个视觉诊断章节。只能使用给定证据，不得编造图片ID。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保留可支持的结论，修改证据不足或表达不清的部分。输出中文。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SECTION={current section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REVIEW={user suggestion}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SCOPE={scope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EVIDENCE={complete evidence JSON}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B7AC889-488A-4261-AC4B-E144F523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B7CDDE-CB61-4973-9B3E-89E6456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修订仍使用单章严格Schema，并再次检查图片ID；若修订competitive_gap，还会再次执行三品牌点名与品牌证据归属校验。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4D5F859-03DB-4DEB-A75D-6B550E8B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EE10512-AC92-49F7-914A-8733895C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6421200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C789725-E922-4199-B573-972833C0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8667E42-5428-475E-8F3F-0C4522FD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下一步，哪些投入值得做？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7211E81-286B-44BD-9698-DDE1F517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CC93CF-45A9-4548-A568-FE90951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竞品覆盖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34B928-77BD-4CB7-AEC2-CA1951B1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是否补齐三家竞品DRESSES、BLOUSES等品类的12维标签，再扩展同品类比较？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04FE6FF-A1F1-429F-B6BE-F57170EB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73F9E0-693B-443A-B6BE-9579D9F5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D16425-EBC5-4BDF-A3FC-213182E7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C5B60A-3122-4A92-A651-E595D2E2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前三品类20个、补充品类5个商品是否足够，还是应按品类风险动态扩样？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2D5F7C3-1545-41E7-9F2C-9D1E799E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A3BDDC-8A07-4AB9-9E29-58E99753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DB8B1C-0F34-4C8F-9D64-DB430F98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B42AD-812C-4FD0-B1B5-42B136A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PDF止于结论，还是继续连接拍摄brief、图序规范与选图验收？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44C20112-E94B-4594-9C75-78BC7921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3A35A6-0EF1-4889-87D6-3859EA2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6A0CA1-A5BD-407A-A33E-7C0C2F0E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381683E-6AA5-46B9-B724-D70DB106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如何把视觉规范版本与后续点击、转化或退货指标连接，形成可回看实验？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695D5C-A6A2-401A-A814-54FFD4B1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D1F56B3-65A7-4042-B672-42C0D8A2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05081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2026-08-27T09:05:53.4660000Z</dcterms:created>
  <dcterms:modified xsi:type="dcterms:W3CDTF">2026-08-27T09:05:53.4670000Z</dcterms:modified>
</coreProperties>
</file>