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0b8cebe258449f" /><Relationship Type="http://schemas.openxmlformats.org/officeDocument/2006/relationships/extended-properties" Target="/docProps/app.xml" Id="Rac64b412ec124457" /><Relationship Type="http://schemas.openxmlformats.org/officeDocument/2006/relationships/officeDocument" Target="/ppt/presentation.xml" Id="Ra9fa5567c0ad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a15589e344bda"/>
  </p:sldMasterIdLst>
  <p:notesMasterIdLst>
    <p:notesMasterId xmlns:r="http://schemas.openxmlformats.org/officeDocument/2006/relationships" r:id="Rd9a3c8d36b534da4"/>
  </p:notesMasterIdLst>
  <p:sldIdLst>
    <p:sldId xmlns:r="http://schemas.openxmlformats.org/officeDocument/2006/relationships" id="256" r:id="R7dbec067b77c4e59"/>
    <p:sldId xmlns:r="http://schemas.openxmlformats.org/officeDocument/2006/relationships" id="257" r:id="R118735b742474e3d"/>
    <p:sldId xmlns:r="http://schemas.openxmlformats.org/officeDocument/2006/relationships" id="258" r:id="R884471bd49614263"/>
    <p:sldId xmlns:r="http://schemas.openxmlformats.org/officeDocument/2006/relationships" id="259" r:id="Rad1b80a1d88c4871"/>
    <p:sldId xmlns:r="http://schemas.openxmlformats.org/officeDocument/2006/relationships" id="260" r:id="R2b981c9efbc74cdd"/>
    <p:sldId xmlns:r="http://schemas.openxmlformats.org/officeDocument/2006/relationships" id="261" r:id="Raf0c146d1ebf4ed7"/>
    <p:sldId xmlns:r="http://schemas.openxmlformats.org/officeDocument/2006/relationships" id="262" r:id="R7648a691156a4cc9"/>
    <p:sldId xmlns:r="http://schemas.openxmlformats.org/officeDocument/2006/relationships" id="263" r:id="Rccce952af2aa449c"/>
    <p:sldId xmlns:r="http://schemas.openxmlformats.org/officeDocument/2006/relationships" id="264" r:id="R910bf1ae6f2149c2"/>
    <p:sldId xmlns:r="http://schemas.openxmlformats.org/officeDocument/2006/relationships" id="265" r:id="R5eb1ee3158d8451c"/>
    <p:sldId xmlns:r="http://schemas.openxmlformats.org/officeDocument/2006/relationships" id="266" r:id="R16f5d16f926a4035"/>
    <p:sldId xmlns:r="http://schemas.openxmlformats.org/officeDocument/2006/relationships" id="267" r:id="R2541b5a89ccb43e1"/>
    <p:sldId xmlns:r="http://schemas.openxmlformats.org/officeDocument/2006/relationships" id="268" r:id="R490dabe5a57b456a"/>
    <p:sldId xmlns:r="http://schemas.openxmlformats.org/officeDocument/2006/relationships" id="269" r:id="Rc49c59414e024d46"/>
    <p:sldId xmlns:r="http://schemas.openxmlformats.org/officeDocument/2006/relationships" id="270" r:id="R3019c44a15944075"/>
    <p:sldId xmlns:r="http://schemas.openxmlformats.org/officeDocument/2006/relationships" id="271" r:id="R6fb9af11e4584f20"/>
    <p:sldId xmlns:r="http://schemas.openxmlformats.org/officeDocument/2006/relationships" id="272" r:id="R66dd250082024aed"/>
    <p:sldId xmlns:r="http://schemas.openxmlformats.org/officeDocument/2006/relationships" id="273" r:id="R45991eac1c444366"/>
    <p:sldId xmlns:r="http://schemas.openxmlformats.org/officeDocument/2006/relationships" id="274" r:id="R7af84e27e0354e3c"/>
    <p:sldId xmlns:r="http://schemas.openxmlformats.org/officeDocument/2006/relationships" id="275" r:id="R3a688e1078b843e3"/>
    <p:sldId xmlns:r="http://schemas.openxmlformats.org/officeDocument/2006/relationships" id="276" r:id="Raf35bed48b7349cc"/>
    <p:sldId xmlns:r="http://schemas.openxmlformats.org/officeDocument/2006/relationships" id="277" r:id="R9e47b22e2d3541bd"/>
    <p:sldId xmlns:r="http://schemas.openxmlformats.org/officeDocument/2006/relationships" id="278" r:id="R5927187678184eff"/>
    <p:sldId xmlns:r="http://schemas.openxmlformats.org/officeDocument/2006/relationships" id="279" r:id="Rf1784a6d19494c5c"/>
    <p:sldId xmlns:r="http://schemas.openxmlformats.org/officeDocument/2006/relationships" id="280" r:id="R95e257ef2eca491a"/>
    <p:sldId xmlns:r="http://schemas.openxmlformats.org/officeDocument/2006/relationships" id="281" r:id="Ra3a09fc61f444b99"/>
    <p:sldId xmlns:r="http://schemas.openxmlformats.org/officeDocument/2006/relationships" id="282" r:id="R46bdacda6df34dc3"/>
    <p:sldId xmlns:r="http://schemas.openxmlformats.org/officeDocument/2006/relationships" id="283" r:id="R757fb90c5aff4ace"/>
    <p:sldId xmlns:r="http://schemas.openxmlformats.org/officeDocument/2006/relationships" id="284" r:id="R5ad815f2d10a4ccb"/>
    <p:sldId xmlns:r="http://schemas.openxmlformats.org/officeDocument/2006/relationships" id="285" r:id="R90de5a431e96407a"/>
    <p:sldId xmlns:r="http://schemas.openxmlformats.org/officeDocument/2006/relationships" id="286" r:id="Rfed13ab33af34d5f"/>
    <p:sldId xmlns:r="http://schemas.openxmlformats.org/officeDocument/2006/relationships" id="287" r:id="Rbc76af8ab68044e9"/>
    <p:sldId xmlns:r="http://schemas.openxmlformats.org/officeDocument/2006/relationships" id="288" r:id="R9e33bda6f3824707"/>
    <p:sldId xmlns:r="http://schemas.openxmlformats.org/officeDocument/2006/relationships" id="289" r:id="Ra5f14b42e4ee485d"/>
    <p:sldId xmlns:r="http://schemas.openxmlformats.org/officeDocument/2006/relationships" id="290" r:id="Rd888d6465ef848f5"/>
    <p:sldId xmlns:r="http://schemas.openxmlformats.org/officeDocument/2006/relationships" id="291" r:id="R0108ab7cdc0e4c62"/>
    <p:sldId xmlns:r="http://schemas.openxmlformats.org/officeDocument/2006/relationships" id="292" r:id="Rf8d8b443c73245c7"/>
    <p:sldId xmlns:r="http://schemas.openxmlformats.org/officeDocument/2006/relationships" id="293" r:id="R130d66455dd04adf"/>
    <p:sldId xmlns:r="http://schemas.openxmlformats.org/officeDocument/2006/relationships" id="294" r:id="R95d820bfea41492d"/>
    <p:sldId xmlns:r="http://schemas.openxmlformats.org/officeDocument/2006/relationships" id="295" r:id="R8d8d9e37dd0d4bda"/>
    <p:sldId xmlns:r="http://schemas.openxmlformats.org/officeDocument/2006/relationships" id="296" r:id="R691905076d8f43dc"/>
    <p:sldId xmlns:r="http://schemas.openxmlformats.org/officeDocument/2006/relationships" id="297" r:id="R736fbffaf7334a60"/>
    <p:sldId xmlns:r="http://schemas.openxmlformats.org/officeDocument/2006/relationships" id="298" r:id="R456808941be444bf"/>
    <p:sldId xmlns:r="http://schemas.openxmlformats.org/officeDocument/2006/relationships" id="299" r:id="R6e6b9420c5e24c4f"/>
    <p:sldId xmlns:r="http://schemas.openxmlformats.org/officeDocument/2006/relationships" id="300" r:id="R47c527f9847b40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5734688ec4afe" /><Relationship Type="http://schemas.openxmlformats.org/officeDocument/2006/relationships/slideMaster" Target="/ppt/slideMasters/slideMaster1.xml" Id="R0b5a15589e344bda" /><Relationship Type="http://schemas.openxmlformats.org/officeDocument/2006/relationships/notesMaster" Target="/ppt/notesMasters/notesMaster1.xml" Id="Rd9a3c8d36b534da4" /><Relationship Type="http://schemas.openxmlformats.org/officeDocument/2006/relationships/presProps" Target="/ppt/presProps.xml" Id="R2a264ddef5b74381" /><Relationship Type="http://schemas.openxmlformats.org/officeDocument/2006/relationships/tableStyles" Target="/ppt/tableStyles.xml" Id="R085b9b5f9a594210" /><Relationship Type="http://schemas.openxmlformats.org/officeDocument/2006/relationships/slide" Target="/ppt/slides/slide1.xml" Id="R7dbec067b77c4e59" /><Relationship Type="http://schemas.openxmlformats.org/officeDocument/2006/relationships/slide" Target="/ppt/slides/slide2.xml" Id="R118735b742474e3d" /><Relationship Type="http://schemas.openxmlformats.org/officeDocument/2006/relationships/slide" Target="/ppt/slides/slide3.xml" Id="R884471bd49614263" /><Relationship Type="http://schemas.openxmlformats.org/officeDocument/2006/relationships/slide" Target="/ppt/slides/slide4.xml" Id="Rad1b80a1d88c4871" /><Relationship Type="http://schemas.openxmlformats.org/officeDocument/2006/relationships/slide" Target="/ppt/slides/slide5.xml" Id="R2b981c9efbc74cdd" /><Relationship Type="http://schemas.openxmlformats.org/officeDocument/2006/relationships/slide" Target="/ppt/slides/slide6.xml" Id="Raf0c146d1ebf4ed7" /><Relationship Type="http://schemas.openxmlformats.org/officeDocument/2006/relationships/slide" Target="/ppt/slides/slide7.xml" Id="R7648a691156a4cc9" /><Relationship Type="http://schemas.openxmlformats.org/officeDocument/2006/relationships/slide" Target="/ppt/slides/slide8.xml" Id="Rccce952af2aa449c" /><Relationship Type="http://schemas.openxmlformats.org/officeDocument/2006/relationships/slide" Target="/ppt/slides/slide9.xml" Id="R910bf1ae6f2149c2" /><Relationship Type="http://schemas.openxmlformats.org/officeDocument/2006/relationships/slide" Target="/ppt/slides/slide10.xml" Id="R5eb1ee3158d8451c" /><Relationship Type="http://schemas.openxmlformats.org/officeDocument/2006/relationships/slide" Target="/ppt/slides/slide11.xml" Id="R16f5d16f926a4035" /><Relationship Type="http://schemas.openxmlformats.org/officeDocument/2006/relationships/slide" Target="/ppt/slides/slide12.xml" Id="R2541b5a89ccb43e1" /><Relationship Type="http://schemas.openxmlformats.org/officeDocument/2006/relationships/slide" Target="/ppt/slides/slide13.xml" Id="R490dabe5a57b456a" /><Relationship Type="http://schemas.openxmlformats.org/officeDocument/2006/relationships/slide" Target="/ppt/slides/slide14.xml" Id="Rc49c59414e024d46" /><Relationship Type="http://schemas.openxmlformats.org/officeDocument/2006/relationships/slide" Target="/ppt/slides/slide15.xml" Id="R3019c44a15944075" /><Relationship Type="http://schemas.openxmlformats.org/officeDocument/2006/relationships/slide" Target="/ppt/slides/slide16.xml" Id="R6fb9af11e4584f20" /><Relationship Type="http://schemas.openxmlformats.org/officeDocument/2006/relationships/slide" Target="/ppt/slides/slide17.xml" Id="R66dd250082024aed" /><Relationship Type="http://schemas.openxmlformats.org/officeDocument/2006/relationships/slide" Target="/ppt/slides/slide18.xml" Id="R45991eac1c444366" /><Relationship Type="http://schemas.openxmlformats.org/officeDocument/2006/relationships/slide" Target="/ppt/slides/slide19.xml" Id="R7af84e27e0354e3c" /><Relationship Type="http://schemas.openxmlformats.org/officeDocument/2006/relationships/slide" Target="/ppt/slides/slide20.xml" Id="R3a688e1078b843e3" /><Relationship Type="http://schemas.openxmlformats.org/officeDocument/2006/relationships/slide" Target="/ppt/slides/slide21.xml" Id="Raf35bed48b7349cc" /><Relationship Type="http://schemas.openxmlformats.org/officeDocument/2006/relationships/slide" Target="/ppt/slides/slide22.xml" Id="R9e47b22e2d3541bd" /><Relationship Type="http://schemas.openxmlformats.org/officeDocument/2006/relationships/slide" Target="/ppt/slides/slide23.xml" Id="R5927187678184eff" /><Relationship Type="http://schemas.openxmlformats.org/officeDocument/2006/relationships/slide" Target="/ppt/slides/slide24.xml" Id="Rf1784a6d19494c5c" /><Relationship Type="http://schemas.openxmlformats.org/officeDocument/2006/relationships/slide" Target="/ppt/slides/slide25.xml" Id="R95e257ef2eca491a" /><Relationship Type="http://schemas.openxmlformats.org/officeDocument/2006/relationships/slide" Target="/ppt/slides/slide26.xml" Id="Ra3a09fc61f444b99" /><Relationship Type="http://schemas.openxmlformats.org/officeDocument/2006/relationships/slide" Target="/ppt/slides/slide27.xml" Id="R46bdacda6df34dc3" /><Relationship Type="http://schemas.openxmlformats.org/officeDocument/2006/relationships/slide" Target="/ppt/slides/slide28.xml" Id="R757fb90c5aff4ace" /><Relationship Type="http://schemas.openxmlformats.org/officeDocument/2006/relationships/slide" Target="/ppt/slides/slide29.xml" Id="R5ad815f2d10a4ccb" /><Relationship Type="http://schemas.openxmlformats.org/officeDocument/2006/relationships/slide" Target="/ppt/slides/slide30.xml" Id="R90de5a431e96407a" /><Relationship Type="http://schemas.openxmlformats.org/officeDocument/2006/relationships/slide" Target="/ppt/slides/slide31.xml" Id="Rfed13ab33af34d5f" /><Relationship Type="http://schemas.openxmlformats.org/officeDocument/2006/relationships/slide" Target="/ppt/slides/slide32.xml" Id="Rbc76af8ab68044e9" /><Relationship Type="http://schemas.openxmlformats.org/officeDocument/2006/relationships/slide" Target="/ppt/slides/slide33.xml" Id="R9e33bda6f3824707" /><Relationship Type="http://schemas.openxmlformats.org/officeDocument/2006/relationships/slide" Target="/ppt/slides/slide34.xml" Id="Ra5f14b42e4ee485d" /><Relationship Type="http://schemas.openxmlformats.org/officeDocument/2006/relationships/slide" Target="/ppt/slides/slide35.xml" Id="Rd888d6465ef848f5" /><Relationship Type="http://schemas.openxmlformats.org/officeDocument/2006/relationships/slide" Target="/ppt/slides/slide36.xml" Id="R0108ab7cdc0e4c62" /><Relationship Type="http://schemas.openxmlformats.org/officeDocument/2006/relationships/slide" Target="/ppt/slides/slide37.xml" Id="Rf8d8b443c73245c7" /><Relationship Type="http://schemas.openxmlformats.org/officeDocument/2006/relationships/slide" Target="/ppt/slides/slide38.xml" Id="R130d66455dd04adf" /><Relationship Type="http://schemas.openxmlformats.org/officeDocument/2006/relationships/slide" Target="/ppt/slides/slide39.xml" Id="R95d820bfea41492d" /><Relationship Type="http://schemas.openxmlformats.org/officeDocument/2006/relationships/slide" Target="/ppt/slides/slide40.xml" Id="R8d8d9e37dd0d4bda" /><Relationship Type="http://schemas.openxmlformats.org/officeDocument/2006/relationships/slide" Target="/ppt/slides/slide41.xml" Id="R691905076d8f43dc" /><Relationship Type="http://schemas.openxmlformats.org/officeDocument/2006/relationships/slide" Target="/ppt/slides/slide42.xml" Id="R736fbffaf7334a60" /><Relationship Type="http://schemas.openxmlformats.org/officeDocument/2006/relationships/slide" Target="/ppt/slides/slide43.xml" Id="R456808941be444bf" /><Relationship Type="http://schemas.openxmlformats.org/officeDocument/2006/relationships/slide" Target="/ppt/slides/slide44.xml" Id="R6e6b9420c5e24c4f" /><Relationship Type="http://schemas.openxmlformats.org/officeDocument/2006/relationships/slide" Target="/ppt/slides/slide45.xml" Id="R47c527f9847b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2883799ad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55ed7bdec4a3e" /><Relationship Type="http://schemas.openxmlformats.org/officeDocument/2006/relationships/notesMaster" Target="/ppt/notesMasters/notesMaster1.xml" Id="R6df480363e6e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7ad9d5e264ca6" /><Relationship Type="http://schemas.openxmlformats.org/officeDocument/2006/relationships/notesMaster" Target="/ppt/notesMasters/notesMaster1.xml" Id="R3d8863497351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62b5ac23c4ac6" /><Relationship Type="http://schemas.openxmlformats.org/officeDocument/2006/relationships/notesMaster" Target="/ppt/notesMasters/notesMaster1.xml" Id="R98d88d16df52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63dbb57c0408f" /><Relationship Type="http://schemas.openxmlformats.org/officeDocument/2006/relationships/notesMaster" Target="/ppt/notesMasters/notesMaster1.xml" Id="R04e9211d966e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38573f80e14052" /><Relationship Type="http://schemas.openxmlformats.org/officeDocument/2006/relationships/notesMaster" Target="/ppt/notesMasters/notesMaster1.xml" Id="R31c974f04dd448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a32b495b284efa" /><Relationship Type="http://schemas.openxmlformats.org/officeDocument/2006/relationships/notesMaster" Target="/ppt/notesMasters/notesMaster1.xml" Id="Rde55468ef9f6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5de2ade4514a88" /><Relationship Type="http://schemas.openxmlformats.org/officeDocument/2006/relationships/notesMaster" Target="/ppt/notesMasters/notesMaster1.xml" Id="R9ca7d6691f0f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2c7cc0abb2440a" /><Relationship Type="http://schemas.openxmlformats.org/officeDocument/2006/relationships/notesMaster" Target="/ppt/notesMasters/notesMaster1.xml" Id="R57dc5e7f33404a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1ef3596f4746da" /><Relationship Type="http://schemas.openxmlformats.org/officeDocument/2006/relationships/notesMaster" Target="/ppt/notesMasters/notesMaster1.xml" Id="R2db311191fb542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a6b9391f64c20" /><Relationship Type="http://schemas.openxmlformats.org/officeDocument/2006/relationships/notesMaster" Target="/ppt/notesMasters/notesMaster1.xml" Id="R79f39fbd29b846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ad8f602ef04876" /><Relationship Type="http://schemas.openxmlformats.org/officeDocument/2006/relationships/notesMaster" Target="/ppt/notesMasters/notesMaster1.xml" Id="Rb08eb51d1f9f4d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0c5642d42b4154" /><Relationship Type="http://schemas.openxmlformats.org/officeDocument/2006/relationships/notesMaster" Target="/ppt/notesMasters/notesMaster1.xml" Id="R29125273a42d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2b453d6106402f" /><Relationship Type="http://schemas.openxmlformats.org/officeDocument/2006/relationships/notesMaster" Target="/ppt/notesMasters/notesMaster1.xml" Id="Rb909c8d7af2d43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0ef43bbe9d46e3" /><Relationship Type="http://schemas.openxmlformats.org/officeDocument/2006/relationships/notesMaster" Target="/ppt/notesMasters/notesMaster1.xml" Id="Rd1aba4184c7740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1eebdae23342cb" /><Relationship Type="http://schemas.openxmlformats.org/officeDocument/2006/relationships/notesMaster" Target="/ppt/notesMasters/notesMaster1.xml" Id="R2969bc5e7b794e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f9b38767754fa9" /><Relationship Type="http://schemas.openxmlformats.org/officeDocument/2006/relationships/notesMaster" Target="/ppt/notesMasters/notesMaster1.xml" Id="R828771f06eeb4f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80bff3d04d4ad9" /><Relationship Type="http://schemas.openxmlformats.org/officeDocument/2006/relationships/notesMaster" Target="/ppt/notesMasters/notesMaster1.xml" Id="R3a93a5ba91eb48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3ecac0ca634bc4" /><Relationship Type="http://schemas.openxmlformats.org/officeDocument/2006/relationships/notesMaster" Target="/ppt/notesMasters/notesMaster1.xml" Id="R386a7f0c2ea64f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3c5992d95547be" /><Relationship Type="http://schemas.openxmlformats.org/officeDocument/2006/relationships/notesMaster" Target="/ppt/notesMasters/notesMaster1.xml" Id="R5a46247b823c4e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cbafc34cc54714" /><Relationship Type="http://schemas.openxmlformats.org/officeDocument/2006/relationships/notesMaster" Target="/ppt/notesMasters/notesMaster1.xml" Id="Reb6a652ddc7f4d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45eef141bb4ef9" /><Relationship Type="http://schemas.openxmlformats.org/officeDocument/2006/relationships/notesMaster" Target="/ppt/notesMasters/notesMaster1.xml" Id="R2bfd1a3ec56f44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ad4aa549fa461b" /><Relationship Type="http://schemas.openxmlformats.org/officeDocument/2006/relationships/notesMaster" Target="/ppt/notesMasters/notesMaster1.xml" Id="Rc6736dc77a5f42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1a34cd1a6b4ba3" /><Relationship Type="http://schemas.openxmlformats.org/officeDocument/2006/relationships/notesMaster" Target="/ppt/notesMasters/notesMaster1.xml" Id="R67f953e7beef45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ac38b9b9484a50" /><Relationship Type="http://schemas.openxmlformats.org/officeDocument/2006/relationships/notesMaster" Target="/ppt/notesMasters/notesMaster1.xml" Id="R1922f487189046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5f097de8664a0b" /><Relationship Type="http://schemas.openxmlformats.org/officeDocument/2006/relationships/notesMaster" Target="/ppt/notesMasters/notesMaster1.xml" Id="Rc9983edee73c42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8d0249010e4214" /><Relationship Type="http://schemas.openxmlformats.org/officeDocument/2006/relationships/notesMaster" Target="/ppt/notesMasters/notesMaster1.xml" Id="R337f250f6b6748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3728aa70e04881" /><Relationship Type="http://schemas.openxmlformats.org/officeDocument/2006/relationships/notesMaster" Target="/ppt/notesMasters/notesMaster1.xml" Id="R5afb3bff80b848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65235a7eff47bd" /><Relationship Type="http://schemas.openxmlformats.org/officeDocument/2006/relationships/notesMaster" Target="/ppt/notesMasters/notesMaster1.xml" Id="Rb9b36e9cddea48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edbad00ee534dba" /><Relationship Type="http://schemas.openxmlformats.org/officeDocument/2006/relationships/notesMaster" Target="/ppt/notesMasters/notesMaster1.xml" Id="Rf604afc7eaa641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d2f9b2f977450e" /><Relationship Type="http://schemas.openxmlformats.org/officeDocument/2006/relationships/notesMaster" Target="/ppt/notesMasters/notesMaster1.xml" Id="Rf8279a26420c4b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5feec88a1aa4d72" /><Relationship Type="http://schemas.openxmlformats.org/officeDocument/2006/relationships/notesMaster" Target="/ppt/notesMasters/notesMaster1.xml" Id="R470dd55209ee41b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a0226bcff345f1" /><Relationship Type="http://schemas.openxmlformats.org/officeDocument/2006/relationships/notesMaster" Target="/ppt/notesMasters/notesMaster1.xml" Id="Rd2bb55e68a3e4be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fb7b6dc37b847da" /><Relationship Type="http://schemas.openxmlformats.org/officeDocument/2006/relationships/notesMaster" Target="/ppt/notesMasters/notesMaster1.xml" Id="R12a8da9231874d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06d06fc1f994c14" /><Relationship Type="http://schemas.openxmlformats.org/officeDocument/2006/relationships/notesMaster" Target="/ppt/notesMasters/notesMaster1.xml" Id="R4c8150793ffc4d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989b3f070b14bbf" /><Relationship Type="http://schemas.openxmlformats.org/officeDocument/2006/relationships/notesMaster" Target="/ppt/notesMasters/notesMaster1.xml" Id="R56cc81b73e874f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fcc7aa813d64cfc" /><Relationship Type="http://schemas.openxmlformats.org/officeDocument/2006/relationships/notesMaster" Target="/ppt/notesMasters/notesMaster1.xml" Id="Re9a6433f82884a9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e0ca96225244c8e" /><Relationship Type="http://schemas.openxmlformats.org/officeDocument/2006/relationships/notesMaster" Target="/ppt/notesMasters/notesMaster1.xml" Id="R83ba0c5f60f54d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7f4d96324848ed" /><Relationship Type="http://schemas.openxmlformats.org/officeDocument/2006/relationships/notesMaster" Target="/ppt/notesMasters/notesMaster1.xml" Id="R0f3535b2a06a404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9955d77f7a542d3" /><Relationship Type="http://schemas.openxmlformats.org/officeDocument/2006/relationships/notesMaster" Target="/ppt/notesMasters/notesMaster1.xml" Id="R74c6818a87fe49f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3e7ddca1e374b5c" /><Relationship Type="http://schemas.openxmlformats.org/officeDocument/2006/relationships/notesMaster" Target="/ppt/notesMasters/notesMaster1.xml" Id="R0ab1be020cf54ca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c7ac6b54a1c439f" /><Relationship Type="http://schemas.openxmlformats.org/officeDocument/2006/relationships/notesMaster" Target="/ppt/notesMasters/notesMaster1.xml" Id="R30b1a41746df42a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d540d85544a41b9" /><Relationship Type="http://schemas.openxmlformats.org/officeDocument/2006/relationships/notesMaster" Target="/ppt/notesMasters/notesMaster1.xml" Id="R0ccafec48e7e4b7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46504fb5a5545de" /><Relationship Type="http://schemas.openxmlformats.org/officeDocument/2006/relationships/notesMaster" Target="/ppt/notesMasters/notesMaster1.xml" Id="R2c6ef226b2f54dd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84c347a7d8644e8" /><Relationship Type="http://schemas.openxmlformats.org/officeDocument/2006/relationships/notesMaster" Target="/ppt/notesMasters/notesMaster1.xml" Id="R1199d5570d5c49a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511505901ee4b7c" /><Relationship Type="http://schemas.openxmlformats.org/officeDocument/2006/relationships/notesMaster" Target="/ppt/notesMasters/notesMaster1.xml" Id="Rde778737b7a54a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./slides/fashion-scope/assets/page-49.jpg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./app/server.py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./app/deploy_kevindigital.sh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./app/explorer.db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Remote relabeled SQLite aggregate query executed 2026-08-27: 27,355 analyzed images and 650,411 tag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./data/aloruh_shein_browser_export.json</a:t>
            </a:r>
          </a:p>
          <a:p xmlns:a="http://schemas.openxmlformats.org/drawingml/2006/main">
            <a:r>
              <a:t>- ./data/aloruh_shein_browser_export.recollect.partial.json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./pipelines/analysis/high_resolution_images.py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./app/src/imageAnalysis.js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./pipelines/analysis/analyze_explorer_images.py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./app/src/ImageDimensions.jsx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./app/src/Reports.jsx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slides/fashion-scope/assets/experience2-step1-start-report-v9.png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./output/pdf/Aloruh店铺视觉诊断-生产UI生成-20260827.pdf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./output/pdf/Aloruh店铺视觉诊断-生产UI生成-20260827.pdf</a:t>
            </a:r>
          </a:p>
          <a:p xmlns:a="http://schemas.openxmlformats.org/drawingml/2006/main">
            <a:r>
              <a:t>- ./slides/fashion-scope/assets/page-49.jpg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- Production UI generated PDF, 2026-08-27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UI: https://regardsjob.eastasia.cloudapp.azure.com/fashion-scope/#reports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./.tmp/whitepaper-20260827a-job.json</a:t>
            </a:r>
          </a:p>
          <a:p xmlns:a="http://schemas.openxmlformats.org/drawingml/2006/main">
            <a:r>
              <a:t>- UI-generated PDF SHA-256 8A8040A9282C069ECF2469E9937B6EC808200FC17E0304081AE1AB84D5DC9D17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6b017789e43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9b083d7824791" /><Relationship Type="http://schemas.openxmlformats.org/officeDocument/2006/relationships/slideLayout" Target="/ppt/slideLayouts/slideLayout1.xml" Id="Rc8ae5b85f23a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e5b85f23a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6b4a1035e4509" /><Relationship Type="http://schemas.openxmlformats.org/officeDocument/2006/relationships/image" Target="/ppt/media/image.jpeg" Id="Rcc3c8aa4f5014b7c" /><Relationship Type="http://schemas.openxmlformats.org/officeDocument/2006/relationships/notesSlide" Target="/ppt/notesSlides/notesSlide1.xml" Id="Rca429987ef83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cf701eca54e0d" /><Relationship Type="http://schemas.openxmlformats.org/officeDocument/2006/relationships/notesSlide" Target="/ppt/notesSlides/notesSlide2.xml" Id="R514bde9d02f0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e154cc76d4cd7" /><Relationship Type="http://schemas.openxmlformats.org/officeDocument/2006/relationships/notesSlide" Target="/ppt/notesSlides/notesSlide3.xml" Id="Rb2fe8074ebd24e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159fd76d44c6a" /><Relationship Type="http://schemas.openxmlformats.org/officeDocument/2006/relationships/notesSlide" Target="/ppt/notesSlides/notesSlide4.xml" Id="R000f41429b05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664b1e644002" /><Relationship Type="http://schemas.openxmlformats.org/officeDocument/2006/relationships/notesSlide" Target="/ppt/notesSlides/notesSlide5.xml" Id="R7c5ce8b5a524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707b8b33430a" /><Relationship Type="http://schemas.openxmlformats.org/officeDocument/2006/relationships/notesSlide" Target="/ppt/notesSlides/notesSlide6.xml" Id="R7e04e8fbeb2d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96e51f6c4fc4" /><Relationship Type="http://schemas.openxmlformats.org/officeDocument/2006/relationships/notesSlide" Target="/ppt/notesSlides/notesSlide7.xml" Id="R749a68dd456e44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5eb4278c744b6" /><Relationship Type="http://schemas.openxmlformats.org/officeDocument/2006/relationships/notesSlide" Target="/ppt/notesSlides/notesSlide8.xml" Id="R6fad3bda71da46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ab591fdb4c93" /><Relationship Type="http://schemas.openxmlformats.org/officeDocument/2006/relationships/notesSlide" Target="/ppt/notesSlides/notesSlide9.xml" Id="Ra1df3a64cd2b43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e2c9b03094cbb" /><Relationship Type="http://schemas.openxmlformats.org/officeDocument/2006/relationships/notesSlide" Target="/ppt/notesSlides/notesSlide10.xml" Id="R6b27e845db8140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8c8bc7bc84b2e" /><Relationship Type="http://schemas.openxmlformats.org/officeDocument/2006/relationships/notesSlide" Target="/ppt/notesSlides/notesSlide11.xml" Id="R0e8cd0acf42d4c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415bdc8f34f9f" /><Relationship Type="http://schemas.openxmlformats.org/officeDocument/2006/relationships/notesSlide" Target="/ppt/notesSlides/notesSlide12.xml" Id="R9c729e561ab845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6530f9615498f" /><Relationship Type="http://schemas.openxmlformats.org/officeDocument/2006/relationships/notesSlide" Target="/ppt/notesSlides/notesSlide13.xml" Id="R4f0e4d56caa34f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2947a321941f6" /><Relationship Type="http://schemas.openxmlformats.org/officeDocument/2006/relationships/notesSlide" Target="/ppt/notesSlides/notesSlide14.xml" Id="R34d7d5f2950544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e1d5712ef44e2" /><Relationship Type="http://schemas.openxmlformats.org/officeDocument/2006/relationships/image" Target="/ppt/media/image.png" Id="R785a80c5a5da4c94" /><Relationship Type="http://schemas.openxmlformats.org/officeDocument/2006/relationships/notesSlide" Target="/ppt/notesSlides/notesSlide15.xml" Id="R110e1c48aebf4b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828f7167d41c8" /><Relationship Type="http://schemas.openxmlformats.org/officeDocument/2006/relationships/image" Target="/ppt/media/image2.png" Id="R44eae9e7c6404c8f" /><Relationship Type="http://schemas.openxmlformats.org/officeDocument/2006/relationships/notesSlide" Target="/ppt/notesSlides/notesSlide16.xml" Id="R412a02b31adf41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4d6ee1bab4193" /><Relationship Type="http://schemas.openxmlformats.org/officeDocument/2006/relationships/image" Target="/ppt/media/image3.png" Id="R8f53dcaa3ec14643" /><Relationship Type="http://schemas.openxmlformats.org/officeDocument/2006/relationships/notesSlide" Target="/ppt/notesSlides/notesSlide17.xml" Id="R0cc9a590f2d94a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4c2377f8418d" /><Relationship Type="http://schemas.openxmlformats.org/officeDocument/2006/relationships/image" Target="/ppt/media/image4.png" Id="R6fb5718e591a412f" /><Relationship Type="http://schemas.openxmlformats.org/officeDocument/2006/relationships/notesSlide" Target="/ppt/notesSlides/notesSlide18.xml" Id="Rad99d48f11f149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b17dc7f4149a3" /><Relationship Type="http://schemas.openxmlformats.org/officeDocument/2006/relationships/image" Target="/ppt/media/image5.png" Id="Ra8b9f25a8c2348b3" /><Relationship Type="http://schemas.openxmlformats.org/officeDocument/2006/relationships/notesSlide" Target="/ppt/notesSlides/notesSlide19.xml" Id="Re012672adbfc4f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6d4e956e948d6" /><Relationship Type="http://schemas.openxmlformats.org/officeDocument/2006/relationships/image" Target="/ppt/media/image6.png" Id="Rf8cb35a9eb5543e7" /><Relationship Type="http://schemas.openxmlformats.org/officeDocument/2006/relationships/notesSlide" Target="/ppt/notesSlides/notesSlide20.xml" Id="Raf0d7c2540f843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f206ed1b849ff" /><Relationship Type="http://schemas.openxmlformats.org/officeDocument/2006/relationships/image" Target="/ppt/media/image7.png" Id="R8f3f3594363e462b" /><Relationship Type="http://schemas.openxmlformats.org/officeDocument/2006/relationships/notesSlide" Target="/ppt/notesSlides/notesSlide21.xml" Id="R70d7aa91d97347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18b07315e442e" /><Relationship Type="http://schemas.openxmlformats.org/officeDocument/2006/relationships/notesSlide" Target="/ppt/notesSlides/notesSlide22.xml" Id="R1ced7320ae5944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888047254889" /><Relationship Type="http://schemas.openxmlformats.org/officeDocument/2006/relationships/notesSlide" Target="/ppt/notesSlides/notesSlide23.xml" Id="R0ac8687926e841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7b510783e4fb5" /><Relationship Type="http://schemas.openxmlformats.org/officeDocument/2006/relationships/notesSlide" Target="/ppt/notesSlides/notesSlide24.xml" Id="R7febfa9472cf47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baa86787546c1" /><Relationship Type="http://schemas.openxmlformats.org/officeDocument/2006/relationships/notesSlide" Target="/ppt/notesSlides/notesSlide25.xml" Id="R41b4a64b28d74d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a79b27bd4335" /><Relationship Type="http://schemas.openxmlformats.org/officeDocument/2006/relationships/image" Target="/ppt/media/image8.png" Id="Rf769c091eb12493b" /><Relationship Type="http://schemas.openxmlformats.org/officeDocument/2006/relationships/notesSlide" Target="/ppt/notesSlides/notesSlide26.xml" Id="Rf9a0fd17202e4c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0179e4ecd445d" /><Relationship Type="http://schemas.openxmlformats.org/officeDocument/2006/relationships/image" Target="/ppt/media/image9.png" Id="R6a30d011f1a34583" /><Relationship Type="http://schemas.openxmlformats.org/officeDocument/2006/relationships/notesSlide" Target="/ppt/notesSlides/notesSlide27.xml" Id="R0d5a8fa7d30442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f65fed74742bc" /><Relationship Type="http://schemas.openxmlformats.org/officeDocument/2006/relationships/image" Target="/ppt/media/image10.png" Id="Rba4258ad76c04f27" /><Relationship Type="http://schemas.openxmlformats.org/officeDocument/2006/relationships/notesSlide" Target="/ppt/notesSlides/notesSlide28.xml" Id="R84d1fe71448f43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36897b84a49cf" /><Relationship Type="http://schemas.openxmlformats.org/officeDocument/2006/relationships/image" Target="/ppt/media/image11.png" Id="R9a50675f22b2488e" /><Relationship Type="http://schemas.openxmlformats.org/officeDocument/2006/relationships/notesSlide" Target="/ppt/notesSlides/notesSlide29.xml" Id="R2456572e00ef4e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c5aa224414925" /><Relationship Type="http://schemas.openxmlformats.org/officeDocument/2006/relationships/image" Target="/ppt/media/image12.png" Id="R3648a686d5f64e61" /><Relationship Type="http://schemas.openxmlformats.org/officeDocument/2006/relationships/notesSlide" Target="/ppt/notesSlides/notesSlide30.xml" Id="R42f1c4553cc248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85e096fe4f79" /><Relationship Type="http://schemas.openxmlformats.org/officeDocument/2006/relationships/image" Target="/ppt/media/image2.jpeg" Id="R3f33fd6415394374" /><Relationship Type="http://schemas.openxmlformats.org/officeDocument/2006/relationships/image" Target="/ppt/media/image3.jpeg" Id="R9364712b0ad34685" /><Relationship Type="http://schemas.openxmlformats.org/officeDocument/2006/relationships/image" Target="/ppt/media/image4.jpeg" Id="R35ff4f60da9444b4" /><Relationship Type="http://schemas.openxmlformats.org/officeDocument/2006/relationships/image" Target="/ppt/media/image5.jpeg" Id="Rf77d7ed900d847b2" /><Relationship Type="http://schemas.openxmlformats.org/officeDocument/2006/relationships/image" Target="/ppt/media/image6.jpeg" Id="Rc75762db364d40df" /><Relationship Type="http://schemas.openxmlformats.org/officeDocument/2006/relationships/notesSlide" Target="/ppt/notesSlides/notesSlide31.xml" Id="Rfd2caed9b5c446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2858de60345c8" /><Relationship Type="http://schemas.openxmlformats.org/officeDocument/2006/relationships/image" Target="/ppt/media/image7.jpeg" Id="Rbed8054c4f794885" /><Relationship Type="http://schemas.openxmlformats.org/officeDocument/2006/relationships/image" Target="/ppt/media/image8.jpeg" Id="R971a5221d4d34b74" /><Relationship Type="http://schemas.openxmlformats.org/officeDocument/2006/relationships/image" Target="/ppt/media/image9.jpeg" Id="R1d1b2618dcc74809" /><Relationship Type="http://schemas.openxmlformats.org/officeDocument/2006/relationships/image" Target="/ppt/media/image10.jpeg" Id="R48ee4707a5434db6" /><Relationship Type="http://schemas.openxmlformats.org/officeDocument/2006/relationships/notesSlide" Target="/ppt/notesSlides/notesSlide32.xml" Id="Rd2d38b37a43e47c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59065083a4b13" /><Relationship Type="http://schemas.openxmlformats.org/officeDocument/2006/relationships/notesSlide" Target="/ppt/notesSlides/notesSlide33.xml" Id="R314ddb3ceb5446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f169ad00f4961" /><Relationship Type="http://schemas.openxmlformats.org/officeDocument/2006/relationships/notesSlide" Target="/ppt/notesSlides/notesSlide34.xml" Id="R3bd5ae81eb184b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1292ca7749d9" /><Relationship Type="http://schemas.openxmlformats.org/officeDocument/2006/relationships/notesSlide" Target="/ppt/notesSlides/notesSlide35.xml" Id="Re549a593c51f400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339fbb68948ce" /><Relationship Type="http://schemas.openxmlformats.org/officeDocument/2006/relationships/notesSlide" Target="/ppt/notesSlides/notesSlide36.xml" Id="R3db20f06fe0041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cd5e13474560" /><Relationship Type="http://schemas.openxmlformats.org/officeDocument/2006/relationships/notesSlide" Target="/ppt/notesSlides/notesSlide37.xml" Id="R7140ef8e7eaf415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395319ea54392" /><Relationship Type="http://schemas.openxmlformats.org/officeDocument/2006/relationships/notesSlide" Target="/ppt/notesSlides/notesSlide38.xml" Id="Ra95f56478c3146f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1eeec60b4956" /><Relationship Type="http://schemas.openxmlformats.org/officeDocument/2006/relationships/notesSlide" Target="/ppt/notesSlides/notesSlide39.xml" Id="Re218659ed14f41e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324e1bc44583" /><Relationship Type="http://schemas.openxmlformats.org/officeDocument/2006/relationships/notesSlide" Target="/ppt/notesSlides/notesSlide40.xml" Id="R47f37705846349c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e8e22f1b34691" /><Relationship Type="http://schemas.openxmlformats.org/officeDocument/2006/relationships/notesSlide" Target="/ppt/notesSlides/notesSlide41.xml" Id="R101946f381b345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782b819c94391" /><Relationship Type="http://schemas.openxmlformats.org/officeDocument/2006/relationships/notesSlide" Target="/ppt/notesSlides/notesSlide42.xml" Id="R80a3caaa13f3412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a1b2f37124716" /><Relationship Type="http://schemas.openxmlformats.org/officeDocument/2006/relationships/notesSlide" Target="/ppt/notesSlides/notesSlide43.xml" Id="R7b5af5f434f4487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436e77d740fb" /><Relationship Type="http://schemas.openxmlformats.org/officeDocument/2006/relationships/notesSlide" Target="/ppt/notesSlides/notesSlide44.xml" Id="R47d3f6ef55564eb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b4312daf94c4d" /><Relationship Type="http://schemas.openxmlformats.org/officeDocument/2006/relationships/notesSlide" Target="/ppt/notesSlides/notesSlide45.xml" Id="R2ea56dcac0fa40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E46B91-7E23-49D6-93AE-B5E2C93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7461F2-4E61-4A2F-8C97-685DD0B0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28F586B-BFAF-45BC-AE19-CD55281C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Aloruh首图15维（竞品12维） → 两种分析工作流 → 内容驱动PDF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0E2F4F4-524F-4D7E-AE7C-6DB76D2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F4A5FD-AF53-49B1-8D65-054B4F7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1BEB29-08E2-4084-B3F5-7E2CF3D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DD7DE4-EA6D-4D48-B680-A4031CA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PLAN B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0FE91FC-A881-48E5-8959-A55C5F85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c8aa4f5014b7c"/>
          <a:stretch xmlns:a="http://schemas.openxmlformats.org/drawingml/2006/main"/>
        </p:blipFill>
        <p:spPr>
          <a:xfrm xmlns:a="http://schemas.openxmlformats.org/drawingml/2006/main">
            <a:off x="5772150" y="1896070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41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161D7399-C56D-496E-B7DE-63761FC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D0E12D-FC1F-4D4A-9B0A-1AC1A06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BAA329-2EB7-48E3-8F7C-30F926B8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87776A-E46B-4237-9723-9111CA3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1AB6A35A-D49E-416B-8C44-C8516BA3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7E716777-919C-4EAD-BF66-75F7FB1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B24692F2-CE2D-4040-8E24-C670C75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FBA80E52-7FC8-4F1C-A9F9-7D99AC9B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63B98F-C0E1-41CF-BBCF-762B5ECC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D13A8B-2773-4C16-86F9-8EA7F10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95FC62-F392-455E-8419-5B92C5E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5FE4C410-2846-43A9-B03F-7EC9FF3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777E0A0-4A4E-47A9-A549-7EE02F0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514FF7-F7BE-40D6-856F-793CBB6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7A5F60-6325-4B0F-9706-95BB4D7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稳定键＋URL/内容去重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1,782张首图15维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竞品12维可比分布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SQLite查询层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5BC9A772-B2D1-4A08-BD60-094CBD2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27F9FC-2DA9-4A1B-8975-9018643A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7CE7EB-13B3-4E80-B045-B08BEF9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5EA2455-BCF8-4DBC-8206-02A73A5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6A38FDE7-9106-4E30-8AC5-AF572E3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17B31F9-28D7-4CBA-B875-BD898035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78A1009-EB87-465F-A118-A6510443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3BB6028-93BB-446A-9F23-E3AA1B0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ReportLab/Pillow内容驱动PDF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D434654C-349A-4F8F-B25C-3301211A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1406934-E94E-4266-A2F5-25E7EE2F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E65BE087-D85B-42B2-825C-2E6DBC2D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63EB5078-AD8A-47C1-BA83-51F84DF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424882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F2A3F30F-9489-480C-99DB-1D648B0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F62190-54DB-4277-A5FE-2CE8EBCA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CAAD3D-CD15-4ECE-9C18-2AD2A97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3A5D20-DC14-456A-B75D-FD512490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D321A189-58D2-4991-9C8E-2E9B8F37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9C091A-7FD1-447C-9B21-7296816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2B74AF-6C9C-475D-AD88-BB5D257D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FCD755-4956-4E51-A7E7-8F98B2B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09EFCB-DA16-4DB9-907F-D62CBBE1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8DB48AC-D16B-4B44-A5F1-7D61E970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1BFC00-939F-4698-AFAD-A88256AC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A46296-1C4E-4A5C-BC98-ECEAA497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0208955-E5CA-4669-8726-3C2C127E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6EB8D57-21F7-4C27-B929-FF0B832D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31605F3F-9B92-45DE-886A-9A1B6A9A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1EA5913-31AA-4B47-92BC-E22DE0F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8B43DFA-2C22-47F1-AD6D-FAFA5FD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5F5EC7-0642-4BD7-8997-3E7F554B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E2D940-D479-40A7-A231-E183C6A6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F1D618CE-6F5C-493F-A436-6183EF8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A048FA8-18B2-4564-A37B-26AA154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9FE4FB5-A527-473A-872F-8A0D1C6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CDCCFEB-2C2B-455B-BF28-FBEE8653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B20189-D1E2-4ADE-A4F3-6B76A1CA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37A4780-17B0-478C-B666-17A4F76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1E2811A9-DBF4-48BA-ABD7-969EB988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24046B75-E2AE-4EE7-950E-54D93CB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6E17A75C-5953-496C-BCC9-C9BDF8A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3077554B-F27F-4D64-B7D3-480EC82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B6B0BA0-8729-44C7-8773-5B94FADE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C48FF9F-3769-4105-B46F-859FD01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930A8A7-865F-4083-A341-61977F1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BAB8811-91E0-4949-9C79-03D1788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46BC82A-7D2C-417A-B1B1-0103957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F5781D9-9D89-4BE8-A55B-8C23FCA2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1F38F14-0C73-4011-BAD0-56039F2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BEFE71B-5083-4402-9A99-53DE03BD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02CCC4A6-FAE9-41A4-A253-B4C97342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9526C25-A1FE-488C-8389-C9F75EC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D887AA3-CA82-49E7-917F-0C0FF789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A759783E-46E7-458D-9560-28B79F21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4C5D2FD8-960C-4E20-B64B-A85043A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9850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5FF79978-2758-4245-A151-B42415F3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A57DE2-BD9B-4A71-ACBB-7364268D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F6D972-C53A-4FF4-AF98-0D0FB4B5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468642-734D-4978-A13B-4476A39A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BC5FFD57-D801-4097-A0FA-9C8E8A3F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E5E22166-A7E5-4BDE-BD44-A2942A6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E97430A2-62D2-4B57-AB60-43D6CCC0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069E34D9-2458-4C56-819F-D4FEB76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C8360CC6-2EF7-4148-B2FB-8AF1FDE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F77067D2-32A4-438E-B295-A0EF310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已完成标签分析图片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DE89664D-16DB-462F-8F83-E36385BF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650,411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4B9D1F46-447E-4843-B6AF-86202DF2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A707DD52-1B99-42C4-AFC8-21395B77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F1044D99-32C8-4E66-AE84-988B6B4E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F3BA733A-A266-4B7A-9400-2EEE01A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6BBF6BB5-1B12-4206-A91E-CC33CF6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B33441A0-2B4F-45FF-9DF2-9EDC9AC2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9CC0FD39-467B-4BD5-81BE-022220EB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F6F664E6-ED1C-4D5C-B8C9-EBDD2AB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42D9F228-6651-4CF1-BF4C-776C54D7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2A6857B1-1BBA-4340-B419-2A72FAF9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1,782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7760624-984A-41B5-8D1F-3377027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D3887D5D-3504-403F-B071-335E37B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354C2683-A3E2-495A-BA6A-3A660FB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9F94618A-990F-4378-8238-CF53F90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F4F147E2-BCD1-4536-AC24-EA8A845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1AF11465-6291-4731-946C-F2E2A04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8CD6C965-9F48-4953-9CFA-4CDBB47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6DC8F0CE-AACC-4718-8BD3-D7EAE93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6C6FBC39-A446-4F1E-9BB9-662021DA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CF4A9F32-8C07-4D8D-BEAE-78AB1B65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17F979B1-714F-414C-9900-BD1B2BF7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6A5959F7-691A-4491-A3D3-D7A17C6D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2DDD16A1-4A72-4FC5-92F6-24F0EDB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F62F8F8B-F3E3-4F6A-A23F-FFAD4E9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6EA094C4-CA5A-4E6B-93CF-4187C0A2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AD68B381-8196-41F7-BC0C-824C8A18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DC4BF49F-D5DB-4953-9109-7165130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096A5F63-7910-4F45-A50A-3C8470E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971298CB-7637-47A6-9C64-8B75EA2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9CA5F454-FC1B-4D4E-BE46-DACC3C6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67A52713-60E6-4909-B762-12DFD11F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86F531F3-E94C-463E-945E-AD35CF13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0C7C5C2D-468F-4F08-99DF-045B446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A7BE3787-EA03-4449-859D-93CD0D9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0DD2349F-584F-4490-83D9-5ADAE26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AEF0A34B-BC71-47F0-BA8D-7522C249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9F307850-A80D-4D2C-A1DF-DE488AB3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69A98AD5-D7D7-41EF-B604-5500975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2A68AE94-ACA3-422A-A2AF-A4BB9F25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读法：1个商品若有5张图，就产生5条图片URL索引；Aloruh 1,782张首图已完成15维，竞品仍为12维。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A5DB784D-8A03-4399-9F43-10E33AA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360D08B4-A652-4196-8C8C-5DC8812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44161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68735EF8-E7D9-4190-A373-14FE77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8902C8-5270-4CB2-99DD-10CBA1A9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D57781-50A7-48C3-894E-F204E31A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0BC394-CCEC-41D8-AB69-2C0F879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3568493F-B5E7-4697-B289-1259864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30C97B0E-631A-4233-9A21-6E81489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E040E6C9-A91C-4562-BE3F-408FEC2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6F00950F-4FEC-414E-B102-62706DAF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6AF1AA5A-0BA3-4F06-B28A-8B04CFEE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B737BA5D-E76D-4362-B7C8-1BC8865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3FCD60-F3DE-4D4B-A38B-A184984B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341F7E04-7C65-486A-8AC9-DB2D405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14906B8E-AA8F-4CC0-ACBC-8740C80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3073E75B-B052-4CB0-A105-A061954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CEF33BDC-85EA-469F-8E24-73777C5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DA991D54-F257-4249-BC79-BB8EB152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6EE445AD-648C-44A3-82F5-06FAFE4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39B56B-4FD5-4E40-A26D-34444E1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552237-5B56-4E73-9F16-87592E86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369E25E-43C5-4921-8AEE-4D9EDB4D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14B2D408-A64D-43C6-80A3-B7A16A3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6D06958-3737-420B-BCE2-225DE18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E77CBE-3B26-4521-94E2-CEE0340C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68D15E9-90A9-47C3-BCF7-AA4B8F0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6A706329-C96B-43F7-8203-CB7463C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7F6C628-027B-48F5-9F5C-99CE20E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C2463EB-7081-4CCE-9B36-51119A4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D341199-7A7A-4638-B097-99510C4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511177FC-63FC-4176-A076-2FBFD416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118ABB2-BEC4-4F19-97E9-EDC0789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8791005-2786-4894-9030-CEE8B80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0D22D6C-339C-406F-8CDE-40547869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9F549403-857C-483B-8B8A-0A2F6CD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2CC6FFE-DE45-46EC-9913-B505329C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779C9CA-48EB-4779-B245-313886BA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EA4607C-84E3-4A96-BADC-50BED41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9B4B6E36-0981-44BB-8BCC-C9E7C31F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13378B1-7269-4573-BD10-EA4D8FCA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CF32780-7CAF-44BB-B7B8-0511D8E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DC2BDE5-AFBA-4FF1-AF34-64A8299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0ED2036C-F975-42AC-AB79-2477ED0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A9A5315-9DC9-480E-AED1-80989E9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C59325AA-E203-4A2A-9D92-B12C940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0A8EFF53-720B-4309-91EC-B0EC0EF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4A5E1BA1-8983-4A8F-961A-BEB9B89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17699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FBCC2B5A-AF44-4EB9-928A-94EF110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69D54B-6098-48E5-90D2-69C4648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00E724-4766-48E2-9D8C-B7716F3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A57941-AFAA-49DD-973C-7EB8254D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740EC364-05CC-4622-B9A0-6360F491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3D143859-6425-4ED2-871B-10C52E2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A1D1CA21-1948-4034-89C0-2F51615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7D3098-DB24-43C0-A0CC-F0A7024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5257B1-6CB7-4810-A580-A5069B0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BCD92DD-CB19-4979-9894-0C87AD9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79C0E7-2BF0-417E-B877-58690F4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1EE01766-07A3-42FF-B245-7452A08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5D88E5-A141-42AD-BDE5-B3BB1F8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8A1100-410D-4978-85F4-02756EB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1899B94-3341-47EB-A67D-83EF5BAF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4C3722-CDED-4B0C-BF5B-DDDA8EED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Aloruh首图写入15维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竞品保留12维可比分布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0185704A-5D18-4FC5-B4C0-1BBFA11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547494-8E08-4800-AD75-825841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A032AE-641C-43D6-AA32-BA1DA62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986F4D1B-A281-4361-B6DB-380BB769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96594CA-1126-4BC7-88C0-2859DF7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D082D6B5-AE2B-4A78-B325-EDF318BD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5611D4E-1AAE-4107-97D9-FB387E41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0051BE3-BD62-47B5-B29C-4097330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DA17BDF6-5E68-4BE3-A258-87145D76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27224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63D948E6-B2E1-4086-B193-7AA3DE4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F93B16-D1F4-4D43-A47F-4479892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标准化数据层：Aloruh 1,782张首图已完成15维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3BDBEC-0B5A-441D-84A4-2123CB18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source_url；三家竞品继续用既有12维标签作为可比分布。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5633E5-C943-4219-A50C-A0CEA6F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26072579-E232-4939-BB22-F6219B7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2C2B228-7A77-46E9-BC0F-1A16FB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0928094C-E4E6-456A-A486-247B03F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1CE724EF-D527-456C-97D3-846FB16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AF4EF5C-3635-499D-81BF-ED199BE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1FB471-84DE-43AA-A1DA-31A7A92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40F50B8-F34F-4EF7-96A0-ACAE7A5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50411B-67E9-48B3-849A-6BFE00B6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AC9CCE2-29C1-42E7-B423-8D36250F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310F9B-4614-4624-8AC6-1F61695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9534EF9-CD96-487A-8C44-C0DCBD6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1C7C787-7D60-46B2-B090-B80278F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EF1FA583-0976-4141-8D48-B81509A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5DE705-A2B8-4335-A460-B0D071F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74F0E70-5CA7-4B7B-B281-B2802CF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3ED575C-4954-432F-88CF-86E221D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9C9D521-81BD-40FA-BB4F-C99CED5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61FC2B5-816C-43EA-8AF0-F0801740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0416FB4E-23F2-4897-8F54-71EBFB0B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308874B-8345-46F7-A028-51F1385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5D40DB2-9F0F-489D-84DD-204C587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9324E87-F4C2-448F-861E-599C3F5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C65FF9D-D9B4-458A-8980-AA8A30E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9C1DF03-9474-4C74-850B-8D95625B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347B2691-1F62-4BC3-A853-C4490842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9B3BF90-842A-4C58-B7E7-9634EF7C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Aloruh：1,782张首图 × 15维完整，0个缺失 · 竞品：15,107张图片保留12维可比分布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A4C22AF7-8A2F-46CB-896F-BE5832C1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44FD7936-FF0F-441B-8D7C-07D94D6A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78812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712B017E-5751-4F17-86F9-0398AFBA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1B7DB8-EC60-4B48-A375-A8054A6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A0AFAA-F190-4D27-9C2F-1CAAC98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15维已用于Aloruh 1,782张首图；每个例子都来自fashion-image-v2受控字典，UI显示中文，数据库保存英文代码。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DD657B-6258-42D8-8E84-6D8D534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688A04CE-0271-4041-9333-74DE501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4250C0DF-C2AA-4B24-A68F-F9F0F3F1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EA36618A-8DE0-4BE1-A6F7-9A2E66B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091202B5-E441-495B-97FF-2E97554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C09B444-AB22-42CB-9514-A675A4B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187DBAAA-9E04-4730-ACC3-93A40CD5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16668E1A-9FB0-4383-91EA-DE7E1265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33EC8CA2-2922-4F15-BD59-B53956C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EC1D9240-6907-40F1-9B5D-AFEC8C6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719C5273-C26E-4277-9E47-A683541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B21B47BA-CAC1-45A3-BD77-C9BA8B1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A2F3C567-8BF9-4BD9-883C-07A0E34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DFD4B1C1-DD9A-427C-86A7-08A26772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5F01035A-2234-4ED6-B388-025AA2A4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ECB3C530-1EA5-4DC4-B5AE-B8A9BA4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C9DC5B84-2535-4BA8-BF4F-FE164F78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D6617DD9-8636-412B-AFA0-D3A8BFAF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94C19C0E-827B-4296-81D5-8B3861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84B06FCB-6C9D-43AD-A9D7-0A78AE1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ED6D64AA-917B-4269-958A-E79680FE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32CAC71C-CDB7-4427-89EA-8F984EFF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AFB82121-2EE4-4035-B3CA-17BE5F31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BD68F259-EA6E-463E-B2E8-41280A2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6FF73889-7321-4959-B042-674F2FA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BCF78F10-8D01-42E5-9AAD-CC3A036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4E897E82-5761-47F5-8C8B-7AAB0F11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8599DD0C-2195-4D2F-8070-996028D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E2B19C55-94A3-43A2-891F-433DFC1F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E0788FBB-1C74-45B4-9A70-77573A1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664F8A30-F1FD-4935-973F-9D1B70BE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9ED4AC49-71EA-4A7D-BA0C-974B92E2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307665D7-7B53-4D45-A0DF-803074EF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E01C698B-F326-405F-9DF1-0709FFA2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E79B01AE-CA8F-47C7-99FB-C1318B00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4E0E00BC-CB21-4D23-8B95-5F1BF0F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F7B632CE-7F8B-4DCF-8A38-062E10D9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369DAD86-820A-4EBB-865D-628B9FE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90BDB336-3778-4A8E-BF7F-4D0AD6CB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FF6EB297-9075-455D-9396-9B459A1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D35D9AFB-8977-4109-9532-8706919D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9CC2F423-480E-48A8-95C2-A22C37AD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2889A679-73C0-47AA-B25D-F0C870D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956205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66E9495C-80B0-4CBB-843E-BC61C16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B45CFE-5D4D-4114-B324-2F737DD2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7CF6B9-7E75-48C7-B802-408EA93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Aloruh的09–15维均已完成；光线、模特状态和图文叠加让报告可覆盖白皮书中的拍摄与可见模特要求。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52719D-7ED7-4AEE-B7EA-1F19497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14B08D41-A88A-4D74-9AE8-5C5D3E52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44060C25-F76A-4008-A20C-D6B373A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21FE862E-AEA9-4C4B-AAFB-FA1340F5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5057AB49-CE52-4F11-984C-0E194E3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6801FE4-E2D1-4EFF-AF4D-DE727EFF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98E5ECCE-226D-403B-9543-7DABCA17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088C2DB7-6215-4DDB-9FA5-3A2A8357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90D26784-E9D4-4B8B-9D58-3DED2D8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3FB88E72-E92B-4234-AB86-8C538B9C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3BA6166-BEBC-45D4-A9E9-26D3DAE1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D53AFFB0-AAA6-4C85-8A15-9EEDC38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AEC74AF7-8AAB-4198-B64B-6AFE762D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5F317C7C-52FA-4459-A85D-A9C856E3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A2EB9F21-37BA-4C25-A756-F8C1A42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F1F0F97B-F12E-4477-B6B2-F3ECD80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3F24829B-A816-4BEA-931F-05A57E1F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6F848B82-966F-4AF8-9D19-18CC58E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BD1F9743-4A40-48E1-9C54-DC2AC44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1BB6EB81-8963-4A5C-BB84-5C971A5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55A01BE-68CE-47F3-A836-C0B929DA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AB93F199-C406-488D-9EA9-D7858799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AEE3479F-57E2-458E-B434-D2C0A7E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069524AB-0C23-40E2-ABF2-524A5FB1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D48EA03B-02BF-463A-BE64-C2CCF406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918EBD94-0CB2-4A5B-A853-DC5CF602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AC37C174-CB61-41C2-BB8F-AF6A2D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2D922857-725F-4ECA-9041-FB3B847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0A4251D2-357A-47EB-AD60-18A9D99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EB916A4D-E022-4D91-A167-2E547D4B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B6912176-6EE6-42E6-B63F-32B05A9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044EAC71-9079-4F86-BB2F-68EF542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2173D4C3-BD7C-44FC-A724-8A8951D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091C687B-3998-4298-B40A-C051AE50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3CF75C18-B648-4A70-B5B0-3972041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AF125E9F-A591-4144-AD0A-544412AA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5480019D-454E-4C06-8391-21E7927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30C93A8-409F-42DA-947F-49ABC19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CFCAFD3C-36E7-43C3-ABDD-B441A5AD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0A13C451-CC0C-4597-96BF-2B02FB4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3B6AA6F7-D787-4424-BB4F-B4A872F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19861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51A981F1-F6F9-461F-A3BA-A7553E2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E61CA4-F79C-412A-8318-6736EE6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B626F0-81B1-4DA9-95B1-3884BAD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787BD6-98B4-49A2-80BA-672F061B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7E0514BF-FA05-465E-A5FD-33087A2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852209-28B8-43E4-A202-958B1041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D39ED6-AD6E-499E-8C40-487EB6FA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v2已完成15维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D8F4A3-F9F7-43B1-A8FD-10437D0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A98202-CD93-4252-8462-85D4078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14F294-599F-4EE5-B968-CE6D8B9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E586F1-3664-4A9F-954A-E74025A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9B95B22-AD4F-43AD-9607-CAA958B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099D0A-07C2-4584-B9C7-E800B66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6DCB9E0-DFFC-442C-B5C6-D13ABC2A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5D7ADC-73BD-41F0-B1B3-29FD6F2F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v2返回15组tags＋confidence；竞品v1保留12组；strict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D4641E-0C54-4A10-925C-385672E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0B1E42-F068-4454-B6D9-7F09A66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C99F1D80-A72F-4E27-A8A3-35A0683D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E80C01E-DB73-4C12-A310-0B564FDA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2BAE5E4-CA9C-49C8-9895-7966CEA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E95E4ED-3730-4DD4-83FF-ADF14877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9486F3-3C8F-42B4-8454-4675F76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DFC81B1-ADDF-415D-9635-10CCB31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022967-C874-4749-B20A-571E473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B16DDB8-FA6E-44F6-B8D8-15EC82B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D771B07-D4F1-4151-B77C-10EF655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F81CA1C-6345-4190-ADFD-901A64F5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A9B9F8C-F8CA-423A-A697-617679B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7377E91-683F-4EA7-9CEA-4DB0EA1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79A9065-315E-496F-84D5-49C4CC7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486E51B-615E-4659-93B1-7C2EA2F9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123BE14-DDF8-4993-B960-AD8C52CE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Terra已把27,355张图变成检索空间：Aloruh首图15维，其他店铺12维；Sol只在用户明确付费时读取高清图。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E21EC993-6A81-4126-A5E8-4931A5F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0C144EF4-8C32-46A0-A7D8-177895B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26513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534A2A24-0D37-4DE6-883B-73322E1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63AD7B-CC98-4330-9C20-67B350E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267D9B-973E-4261-B353-4B64DF4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154721-837A-4444-88EC-3DC23E5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F9E67C4-A05C-414F-9AB5-1AB08C8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B63E01CB-3017-4449-BBF7-505490E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119A08E-F011-4F33-A344-CCF105B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1D792672-FC60-4470-BE52-B7CDD3F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4D5032-7065-4EF0-B600-497DCC1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D5D61F-8783-4DA9-A707-B670CEB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9CD938-6A91-4609-B321-852A9AD4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25B1626E-DF63-46B3-B4FE-800704B0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76D99CE-A366-4D7E-97DF-631FEAC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6AA3287-6911-4056-9EC9-D19D892A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670D3B-3DD3-438F-92C1-FCBFBA7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6C78F74B-D2CA-482E-AEB5-DE5A70E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3FAD552-5A00-4EA9-A25C-421E67B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4E7319-07B7-4897-9957-22E3EF79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4C33981-0FDD-459F-B23F-14B17AED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06066B69-FBCE-4549-9BFD-B5E638E6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E470FB1-759F-426E-A3A4-B8BDB8F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7BBCCA8-2E4D-4181-9A07-48A32EA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F1CB7AC-5A4E-4DA8-8833-DE943FD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775FAF4E-804B-48DD-954D-F7D3473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53AD81BA-2C39-4FC4-A4A4-E251579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90A65C05-25EE-49E1-9557-BAB7B76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22E3ABC0-B8EC-4D1A-8152-D52A588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62A3006A-48B5-41BC-A5B1-28952743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34077712-C547-412A-8E9D-A4D41F0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889516E2-3BD5-4339-B558-4D455BA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DE07263-6329-4481-8417-B35BF78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完整通用规则＋15个标签字典逐字放在附录A1–A4；Sol主流程与修订Prompt见附录A5–A9。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249DE233-C2BD-4A77-90D3-2501245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8E3A0632-A28B-4907-9E96-00CEC01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64876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CD45AB4-13CE-4B15-84D3-209E541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9D06EF-B24F-40EF-B694-CC1E5398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245F4E-9AE3-4F47-9471-CBAF0CBC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FAB1DA-2224-4AE9-AA39-335C98B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B1C4502F-2D7D-465C-A201-5B459F3B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6BC9E6-B627-4E31-AA50-3D2CE0E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903D8D-5A45-4492-8CEA-C6F0097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8C05723A-E0D8-469E-818F-7FDF1318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1ABE63-E04F-4E78-99EC-55AC8F8B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9AE188-4108-4A7C-B76A-DBDCBC44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240A386-6035-45FE-9203-807C0D61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52179F-CEB2-40C0-8886-9E4F3CCA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A4A815EE-50A4-49BA-BDB2-62775C30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62A64BB-3BE5-4C67-888F-E0C7E976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39171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8294A52D-70D4-446A-ADCE-6D8BE6EB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88B286-B516-4C07-829B-6A4D57D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500EDB-4D52-4766-A559-F2A13668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12255E-2553-4F71-9436-42C68E2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BC4D962A-9829-4ABE-8137-43A99028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F7DDCF-199B-47AE-97A3-4534A98C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F35500-BF7D-48EE-93B9-CEA205D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784337-521B-46C2-B7D0-F0B6AA7F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维度必须已有生产数据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CE55FB4-AA6B-400F-A79C-1122133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97AD6984-0062-49F3-A449-687E1A81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3492C2-C7D2-49D4-B94D-C20DF13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F359B0A-A29B-4EE6-9749-07F4D27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F84A14-4E51-47F1-BE6C-FD82933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C40226AB-88BD-4CEE-9071-7EE0281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56C75F2A-DB40-4699-A982-D287E84D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719193C7-5B4E-407A-9AF6-42A51E1C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BFBC86E-C293-44FD-93C8-F66CAD5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65DC431-413E-4106-937B-49C63680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86D7C817-3279-4CFA-9C12-5181AB79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93D57A-F790-479D-A2EE-FB711F18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ED95F3-34C9-491E-96CA-021F7FF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2ABCF35A-0A51-4DCC-8F2C-DE90CA8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DD2A86ED-1D85-4680-935D-7D7EBD5B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F1D01C3-4EE2-48CA-8911-2F04B889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DDBCE24-C451-4E03-96EE-B29B54F6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73AA04-A217-4807-8136-4E74C276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CF1C3BB5-098E-42B2-8225-4350BD0E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840F2AA-AEF9-480F-A146-214634E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7F4586C0-A7FC-4327-9C6F-3C93702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0CCBBAC2-8413-4091-BBE7-4797F9D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284577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A6804E28-1306-443B-A1B1-EE5F452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E4FC47-0C09-4A40-9B92-E556998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7A1EFF-6264-40BB-A88A-7F5E436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F96277-7A54-4564-A8D1-C58C947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B83CAA9D-D89B-49E8-8E5A-3F2CBA83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3BCF72-578C-46B8-A8E1-F368FAD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CC3E93E-1221-471B-95F4-1966546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871FD4-FF27-4BD5-BD39-22EA60F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DBA9634-9E84-44E6-96A9-3012798F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479D96-7195-4BDE-A3D7-F3001E8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1024EE-DFEB-44AA-892F-BAE70B15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092A12-128C-4C68-B8EF-ED19E1ED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1B0EAD47-E005-4460-A6FA-B9590FF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E40F5C7D-0F3B-4906-8CF2-BC829541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3730AD5-5997-4E29-BC65-1D7F840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864023-29B7-4E86-9A8D-F16A684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C32C356-E6E8-4AA1-9340-D382E5E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81228183-2B98-40EB-A381-691FD8C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5C87F69-D112-45BC-9999-5889A8E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1C02F0-6DF4-4366-92FA-CDEB924C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3832B673-21A3-43A5-A544-9004FE0E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84AE6CEC-BA32-467A-9CC8-D30494D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16F80DE-2A75-413E-A924-C23BDC0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6042FC-CBCB-4F35-A524-553C485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72C9CCD-52B9-4CE7-9860-09D3445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2D8248A-9E87-4A42-9BAF-0ED81C4F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E3CE60F-1195-41A4-B1E1-D4D85273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D1DF4ABA-7A83-404F-825C-79AE9FA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F74B74B-6ABC-4F4C-A62E-87783296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FA6A871D-1674-45AC-9EE0-E91380F3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32874DC1-F117-4A9E-9C65-2908199C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205570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BE83B5A-FFC3-47C1-B728-27095FF2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628CCF-4C49-4504-ADFE-91BEA1C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D37D7D-944C-4A23-84C9-AED5226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入口显示27,355张已分析图片；15个维度可筛，其中光线、模特状态、图文叠加目前仅Aloruh有值。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B5849F-2CE2-419A-88AF-ACF4417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E26CBCD-1615-4860-A4D0-74286B3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a80c5a5da4c9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7FF9DC7F-9BEB-4E1B-8D74-351AAD1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0BA1F9EA-221F-44AE-BA13-E727470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825A097-BFFE-47E5-B057-9B38C222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D3C9078-4E55-4935-909A-DC823C9D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2BDEA5A-2C34-4438-AABB-E117894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53AD5B7-4E7E-42E9-AA94-AD1C857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091CBC2-2DBB-4A26-8E97-B06C3071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AFBE100-63C4-47B3-86A0-6010ADA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查看15个中文维度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84F7A38-6F87-45C2-8339-1702792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4D35F87-B008-4A39-AFC6-87C53649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按店铺与维度真实覆盖筛选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3293569-2CBD-43F2-8E09-7F8BDB1E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8884B65-49B8-4281-94DC-32A0F94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627752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2777859-F2A1-4ABE-AF3F-CD8DACE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2E9CB-6934-48BD-A009-286D6BE5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41AC3B-A91F-4136-A7BC-71B585F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68375B-8B78-40AA-B007-7F307E4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1616893-79FC-4EAA-981C-518347D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e9e7c6404c8f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5C6390F-7CBA-4E3A-ACA6-785EE7C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121C1911-B8B3-4184-B13A-29A1A7E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32A5417-E3C2-477D-BF30-62A98C47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3FFF161-988C-400F-83B4-FA9D7DCD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0AB284A-69DA-47F9-B7EC-62366D5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EC71808-0740-42B3-BDA7-B050BB0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7DE68FA-4570-4612-86B7-C9C86D5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A85AFFFB-10BD-40C4-95C5-CF35800A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341B3B1-FE11-46BE-9393-8CD5276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AA0751A6-09D5-47D3-8629-79631E1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DD80D23-1DB2-4672-A5B5-2339232F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06C7469-3D30-4A78-AA12-8FBE678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888202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7AB96A4-E9BF-4F38-B81C-5FD55729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29970E-2E58-40A5-977F-451CFF8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4C3F78-A1AA-41CF-A344-BC9129E4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C7B854-726C-4BDF-A15C-7F4796DA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1199CCBC-6293-415A-9C16-4ADAA7A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3dcaa3ec1464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8712896-1571-4FBF-950E-591C82F8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9BEE369-E4CD-4AA5-9658-C8B26E0A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0FCFCB2-0E1E-4264-A863-ABF2713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AB14141-D63E-449E-BB63-460D5964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5D13E6C-BA39-4406-A1C3-F9D857CD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6C6328B-D0AB-4535-B25D-CE04CBC0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E6FF53D-B759-4087-AB5E-E6ECA1E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E42AC2FE-BFEA-4511-9D11-AF6A8AE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ABD6209-6E1A-441C-B9F1-23AC7C2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97559043-09E1-4C8E-A0B9-CD56C152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E91A060-356E-4341-BA7C-65D6122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86A3D69-5110-4750-B5D7-E642FF3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8434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3D0B378-C585-4260-9861-127FE09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A03921-B06D-4A6E-AA19-F039144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9CB057-CC03-4107-8427-4377FBB1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5C57B4-160A-41C2-94D1-F33B4A65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C18B9CF-C5AC-4D38-8290-D1D9CF56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5718e591a412f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E043FB36-6F3B-4F61-989C-0B27DD6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C894792-8894-4111-B9A5-BEFA3F5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CE6EE2A-CCCB-495F-961B-62E2B323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D4D703B-D0E9-4C0A-A3AE-77D20CA9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CFCBBEE6-0FD3-4B27-9AD8-9BBCB2D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8ACBFC8-9A93-4014-9184-8DB099B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930BD50-00F6-4760-A809-7D927C1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876DC4EF-A128-4679-9793-4DFBE821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F0F993B-8BC7-4412-A722-D79435C7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996218C-0783-413B-BFEB-4EA30F6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9F6C7DB-91E9-4CF3-92D3-110B995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FF23CE3-B2AB-46BB-B2A8-715F567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6669196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C0C7AB6-311B-4581-9189-99433826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36F687-B031-434E-A40D-56988E5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EE99FB-F468-4E0B-9A55-EF259C21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048A4F-2199-4390-9D87-10578EC6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42F67D59-7CDC-4F1C-851C-C2B3919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9f25a8c2348b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0196EF8-B760-4E43-9D33-710A508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4513F00C-C231-4357-9BB1-B5F235D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E478F85D-94D1-4AB7-95DC-8628E61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8DB7AF0-7C7C-4CB2-9D79-BEFEA4D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2608C55-0EDF-4EC8-96EF-D1FE7730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FE6052A-0D60-4BAE-AE94-7ACBBB77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ED811A8-6CC6-4659-B269-6172909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2C79214-6F7A-472B-B77D-6424035D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87E1E921-3148-411A-B7D1-DCDF19F1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1D27B63B-CE05-4FBF-A9F1-9B278760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051CEF0-B16F-48CD-846C-7F05AD6A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0E47A30-61D4-411C-B4CF-7DD5E12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261801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07077E4-01CF-4F99-B7C7-17B4F4D4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9D7648-1C85-4B65-8CF8-40BF9D9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32CE87-57D0-4C42-BF6A-A4C9880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3E8D26-E26B-4B31-8059-C7B8246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F4F326FD-9F19-4427-ADDA-51893577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b35a9eb5543e7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66D7AB7-ED4B-4373-A1EA-609D33BC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5129BAD-C563-4598-B573-66F49401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9E8F2786-62E1-4301-ADE8-C8E2B44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73B4B2B-FE19-47FB-936C-538E92DA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CFFFDC8-7DEB-4C25-85D4-5273792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E7A34DB-E90B-4AC8-BD00-6D5F12BA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324A8270-595A-41C9-AA35-C76BAE2A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5671C51-B573-44CC-AFEF-3EA0EC4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12C133CE-EEB7-4FA0-BD1B-03E88A3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10462888-7E28-4B3C-9E84-7AE3C389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970D162-FAF5-4504-ADB0-F32016E2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1BF7AA3-23F8-44C2-8953-BA2F7BE7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27568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3A4ED2B-7E3F-48D3-85F1-BDA1271E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146C5-A7EF-4804-BE48-C8DC9AD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9CBAE7-1D69-4687-8C05-4C9753C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BFAD32-D704-462F-83D9-94EC5AAC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2E5C816-D94D-4B82-B523-14492306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f3594363e462b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CD88287-4304-4397-B533-DBC7776E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30F63F9-BAE6-4DEE-84BD-6337028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B89DA64-9DC1-4F33-B54D-645A19C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DA19DB9-D075-403E-A65A-F169DD8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E3F0F15-5791-4C0A-956A-BF90BE5D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198AC3C-E451-429F-A94F-3C67831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96A3ABE-13C6-48B8-9891-68788631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7A2AD48-D425-4FFC-BA86-8B161AC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923FF36A-E9BF-41F1-83C2-32A6A305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9404E56-D39F-4DAE-B34D-2C47A99D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F663420-6D7F-4B12-A2EF-0ACE2C5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C795B6C-1530-4FAC-8A00-F6A4389D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229628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51602A67-493D-4AEF-92C8-34122C0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SCOPE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EC8FA7-169F-4DE0-A07F-BA2D56D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体验2流程①：先确定报告范围，再锁定证据池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6FFBF2-8E53-44B8-B907-9EF8FB3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用户只需选择目标店铺并确认范围；系统自动完成品类识别、竞品覆盖检查和证据选取。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EE126B-FD90-4DC4-986F-3D27D08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D6A2CF6E-D0AA-4C67-B02B-B73C298B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C6EB1FC0-1E16-4AE9-972C-0F09144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62ADD9E-4378-482D-9077-30D58FE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46271893-3959-40D8-AF45-E76C0D6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B203EB17-1E65-4667-A038-4A31735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83033020-068D-4ABC-9B13-B3263C02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6369E0-28B1-48FC-A01D-18508E5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B6A3D9-D9BF-4F48-AD8F-2058334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读取全店目录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F0A706-886B-4774-AFD0-03FC20B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确认店铺规模、品类结构与可用图片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9A493B15-C235-4069-8AB6-C12B51A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DB78D7-2CBF-45B6-937F-A3F27501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EEBB43-1A5D-4E23-9D33-B9A15B8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识别主品类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BD6A2CD-B94F-4266-B79B-B0C5B19E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按全店商品结构找出主要分析对象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944C4714-F419-4837-9669-F62D724B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174CD18-0A5C-48B6-98E8-2911F63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0081887-FA96-48B8-833A-4A77DA89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补足重点品类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9133DF0-3ED5-4548-8AEF-F2E7A1B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加入白皮书要求关注的补充品类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492FEEBD-DAE1-4E4F-9BA4-23756D96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99F3BF0-AA53-48BF-AEC6-3167579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720C545-EA2A-45C3-AB79-17B75258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检查竞品覆盖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54B9D83-C542-4F80-A9A6-5C649F7F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只保留标签口径完整的可比品类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5C648B06-0709-45A3-86FB-6A012868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5FBFA44-E09D-4C97-9FA3-A6E17600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24C1AD6-C6BC-49B0-B431-99944FEF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选择证据图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F380FAA-46A5-41E9-845D-38BD941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兼顾典型表达与有效边界案例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7FE8A083-230D-411E-A8EC-8D183F0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1BF3948-9C87-4891-951E-A47B065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EA8CA25-B13B-412E-BFF3-CC5A4FB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锁定任务范围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33F9800-2BCB-4F33-8561-B33D064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保存店铺、商品、图片和竞品角色</a:t>
            </a:r>
          </a:p>
        </p:txBody>
      </p:sp>
      <p:sp>
        <p:nvSpPr>
          <p:cNvPr id="34" name="scope-user-view">
            <a:extLst xmlns:a="http://schemas.openxmlformats.org/drawingml/2006/main">
              <a:ext uri="{FF2B5EF4-FFF2-40B4-BE49-F238E27FC236}">
                <a16:creationId xmlns:a16="http://schemas.microsoft.com/office/drawing/2014/main" id="{67AD6CE6-5577-4C9B-8DE6-22705ECD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DA57FF8-E746-42A1-9820-88D93C27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用户确认什么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F4F4864-6899-4623-8580-887832B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 · 自动识别的重点品类 · 竞品可比范围 · 费用提示</a:t>
            </a:r>
          </a:p>
        </p:txBody>
      </p:sp>
      <p:sp>
        <p:nvSpPr>
          <p:cNvPr id="37" name="scope-system-output">
            <a:extLst xmlns:a="http://schemas.openxmlformats.org/drawingml/2006/main">
              <a:ext uri="{FF2B5EF4-FFF2-40B4-BE49-F238E27FC236}">
                <a16:creationId xmlns:a16="http://schemas.microsoft.com/office/drawing/2014/main" id="{5C766F04-D22E-454F-BA76-BCDCD854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26F9795-7E26-4DAB-AAFD-0E16B0A5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系统产出什么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0BBD186-FC20-4211-8365-5F906630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目标商品清单 · 图片位置清单 · 竞品证据清单 · 可追溯的范围快照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7CBB20A4-4937-4A37-B54B-45E80F7B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CAE15A2-C3DC-4102-B89D-C922031C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范围确认后才启动付费分析；后续章节只能引用这次锁定的证据。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3EF56C8C-FE2A-4BAF-A060-8546DBE9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AAECFE04-4762-427E-ABFC-FCAD263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84833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0A4DA666-68BB-493C-B106-4962AB8D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IMAGE ANALYSIS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EDC3A-13F8-430D-9B59-FF7930B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体验2流程②：把入选图片变成可复用的逐图事实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3E0C8A-E691-4277-98EF-B5FA0BF6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系统负责高清图解析、缓存复用、质量校验和逐图分析；用户不需要逐张操作。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842797-22EF-49ED-BAE4-D954026E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0B654889-7FE3-48EB-BAF6-2FB2409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23D7B150-1743-4F7F-B4B8-366DBF81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C876072-291C-43DB-9B11-1109679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F098A6A2-5CD0-4B8E-A353-7C32E2F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5F1F1F9D-8AA9-4EBC-BB5A-6D95BA0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9C8C2495-A91D-4EE1-B39D-5B4F310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0E1BB0-F20E-4F5E-9A0B-8925419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695ED2-6DB7-46E5-8DFF-EF4F422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读取图片记录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68CCB2-5D1C-4C11-A264-9453CB0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带入店铺、商品、品类和图片位置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CAC797CA-6A08-44B1-B361-5034043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AE9F8A-2C9F-4555-81DC-1FB3D2E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3538CA-25A4-48FB-BEAD-4D91B76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解析高清地址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540C9E4-08CA-499F-A7D2-0AB5105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从缩略图地址定位可用原图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E9CC9549-3043-4AA3-BEDF-3B67A0B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164C3C-0A6B-498C-807B-D9814C0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FDF125A-2735-41D7-8FFD-5F6CF4D2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复用共享缓存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D4B453-8AEA-43E2-89DA-648CF0F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已有高清图直接使用，缺失项才下载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654F3733-643D-4BBC-8735-85A536F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5C5A4B0-A160-4B73-9A0F-B49A2DFB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0F48319-13CB-4716-9899-0E2B3D2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通过质量门槛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AF0A14C-243D-4AE8-BFD0-A17E63A2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检查尺寸、格式和文件完整性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9A78C4EC-5691-47C5-9BAE-7218354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CEA59AA-402A-46DB-934E-B3A73C9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41DC58-FF7A-47C5-9797-C7D72FA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分批调用Sol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91DFF54-9834-4B82-8ED5-954FC588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逐图读取画面，不依赖position猜朝向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C060C407-4964-4679-83EF-EFCAAB04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17A8686-B05C-4EFA-859C-E27486D9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A95D9BF-7A3A-4342-9349-9EE51CAF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保存结构化事实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421B068-14A7-4F14-A03B-009A8E8F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记录观察、证据线索、优缺点与置信度</a:t>
            </a:r>
          </a:p>
        </p:txBody>
      </p:sp>
      <p:sp>
        <p:nvSpPr>
          <p:cNvPr id="34" name="observation-fields">
            <a:extLst xmlns:a="http://schemas.openxmlformats.org/drawingml/2006/main">
              <a:ext uri="{FF2B5EF4-FFF2-40B4-BE49-F238E27FC236}">
                <a16:creationId xmlns:a16="http://schemas.microsoft.com/office/drawing/2014/main" id="{0769FE16-8EE7-40BE-9082-9543CD2B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9F8A2A3-302A-4378-897E-D5023A5B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每张图输出什么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CD2EFFB-4BC1-43A1-B329-1CBC3EB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场景与构图 · 光线与色盘 · 动作与搭配 · 服装结构与材质 · 品牌信号 · 可见模特特征</a:t>
            </a:r>
          </a:p>
        </p:txBody>
      </p:sp>
      <p:sp>
        <p:nvSpPr>
          <p:cNvPr id="37" name="observation-contract">
            <a:extLst xmlns:a="http://schemas.openxmlformats.org/drawingml/2006/main">
              <a:ext uri="{FF2B5EF4-FFF2-40B4-BE49-F238E27FC236}">
                <a16:creationId xmlns:a16="http://schemas.microsoft.com/office/drawing/2014/main" id="{357E2B31-BB8D-4129-B127-D1A1469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EAE7053-07F0-49F5-AD82-0AD147B6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系统如何保证可复核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E7BDF6B-E608-407E-9F5B-C1B3D1D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每个判断附可见线索 · 看不清就标未知 · 失败图片显式记录 · 输入图片ID必须完整返回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2008DCDF-F9E5-4A35-9035-08A9370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DB0BFD8-6FA2-4B0A-A88E-3CECA4D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图片只逐图分析一次；后续五个章节复用同一事实池，不重复下载、不重复看图。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9D0E30FE-A57A-418C-BCA4-4818B5E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2EE9A22E-2D00-4D6C-BA43-0D421DA0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29225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349957A4-74DB-4246-A6DC-EAE9341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95B0C-F61E-427E-965D-7B36DB7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体验2流程③：同一事实池按章节裁剪，生成五章草稿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F17659-D5D0-4177-816C-514B1C5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每章只读取与问题相关的目录、逐图观察和竞品证据，再独立生成可审核草稿。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A06E71-D46A-462D-8019-564ABC8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8B61D414-E6F2-4592-AB7F-8B4B6C8E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297CF3-732D-4AA8-960D-CCD66A1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A51580CA-75AB-422E-9595-F12876FC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DD3816-48CE-40C9-AFAE-B72BE78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这一章回答什么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F3CCFC88-E310-4971-A529-6995CD81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E68A0C-29F8-42CC-809C-A3FDD96C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系统读取什么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629D8B71-685D-47FE-9008-2CDEFD0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F84C21-CDDC-4DD8-B82F-D6536B0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草稿产出什么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EAD8091-2703-4C28-A5EF-6FAF49E5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805EE4-5CFB-45F7-96F5-B4D5175D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344013D8-30A8-4052-8859-3F80B358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A5CD7B-8501-41F6-B9E2-7827235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店铺代表什么？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9C1F76F1-3D56-46D3-B5A8-A446EFA0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621772-CD09-44F3-B5C4-6887C5F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全店品类结构＋目标店视觉事实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B2F6539B-B571-4D3A-A852-F2B5FF21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B9181BC-9CFD-4050-986E-6D2BA2DD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品牌定位、核心风格与边界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B3EF2DE0-5A5F-47CE-B5BC-C2444A8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735745B-2E21-46FC-8648-E2FD3209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DADE5E65-2C2B-475B-B19A-6F79F9C0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E68E260-D83C-4341-A5C9-07B5E52C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商品怎样被展示？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68E2FBB0-DF14-46FC-ABD2-3261E835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E2BDF4D-46BB-40F9-8B7F-024ACE23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构图、动作、廓形、细节与材质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DFDD5847-0B74-474F-88D5-C8E9B7F6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015C3C1-5C7A-4F93-B436-651795D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主品类结论＋补充品类验证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15630541-AB47-4C49-9672-E1D90AC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14A20CF-E8FD-463E-A4AE-2FB8555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826CE8C3-2772-4E43-9DAB-A78AFEE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9DD82F9-D209-450B-A495-84CA406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视觉体系哪里失序？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120C1F6F-7CF7-4DAC-B0FB-E6F62AAD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C35120E-F71C-4B1A-9D61-3FED4F8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场景、光线、版面与可见模特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2C215EC5-4D65-4B9C-A30F-5FC31A4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646D888-FDBB-47AC-B561-D6E1506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优势、问题与一致性风险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06A5B92B-ED42-4811-8279-B5E60D40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CA58139-D548-47F5-A250-A9AB2B14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0BC8ED78-CDBA-408B-B3AC-A84756F8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EFA0AD5-D45E-4E03-AC88-85028A30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与竞品差在哪里？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695D5FBA-2D5D-4A9A-B560-2B2AEC2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C2D05776-42DD-43E5-AB61-F0AFBC3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可比分布＋对应品牌高清证据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BBC976A0-7600-418E-9ED5-27E09F1A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F6A7F2D-5800-42AE-98DD-DAF5B712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差距、机会点与适用边界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D5DCEDEF-75E7-44F4-95C0-F31C4AA0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138F9419-1488-4D97-84F5-EC6F1412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91CAC859-22D2-4BA4-87F2-67DC78C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E46DED45-E573-4D3D-B0E1-75D309EB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下一步具体怎么改？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7E06F22E-BF47-4F68-8E53-865B900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69EAA531-A002-46C2-AE84-8B4A203C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前四章已验证的问题和证据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823C010F-802D-45C7-B011-DE94F92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E75A46BA-396D-45E3-A92F-ECAFE067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优先级、拍摄规则与PLAN A/B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591426F6-DB15-43DD-85A9-7D6CABD8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6B7E0A92-EA54-429B-8174-6D08E69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每章独立保存草稿；五章完成后，执行摘要只整合已审核内容，不新增图片事实。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FB482AA4-2C17-4D0E-B611-11085345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58AB67D6-5F5E-409C-86C9-0DA5A04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430121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23C4264E-0883-49DC-8745-DEAB397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REVIEW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32A29-C2B4-4232-859C-2CA6947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体验2流程④：系统校验、用户审核，最后生成PDF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78784E-6D97-4CA0-8E72-FC2F0FE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系统先保证证据关系正确；用户再判断结论是否成立，不满意只重做对应章节。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7097BF-C86B-4DBB-B27F-2844A9C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F893A67-30F2-46F6-BE54-1AA5C8DD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E32BE62-605B-4B55-9236-3D0C15E1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0F72065-5169-4CF4-A10A-0A74A95F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F1FCE8B8-1B93-4B10-B1D8-DFA1000B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429DEE7A-AC24-4F36-BDFC-28A4EBFB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B9F4C6C2-E6F5-4812-BF71-F3CA5CA2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B0DBD3-A693-46DB-9EC1-BC3AAA73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19F82C-FD74-4F14-98CB-1D31AEA7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读取逐图事实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BC7C12A-27CE-4871-B5D9-BD448F2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使用已保存观察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不重新看图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2FC51BB2-7FEA-4047-B71C-CCA402E7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06BF16-AF56-4F79-8F05-E7601C6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80E9CE-70D2-4B60-A2BB-573ADAE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生成章节草稿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C61D1D4-4C34-4069-9C36-88CA40B1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结论＋推导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支持图＋反例图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E2D77AC5-6EA9-4498-BCC1-FDD0E40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D262C4-68A0-4A0B-8D67-A0C6CFF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9E5EBC-2D0A-4B96-824C-E5E4272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程序校验证据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48E439A-FB6A-49DC-BC4B-AA1E431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检查图片ID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店铺和章节归属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A13F58F8-0B88-449E-BF8C-57CEC323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A5164D2-42E0-43CE-BBA9-45E626C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9C18E43-9CA8-44B8-9C24-0A5AA33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展示审核页面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9BC1DF-22BD-4D66-BE2C-70BD87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结论与图片同屏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范围可以回查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D2B8643F-D618-44FC-A9D1-BDFABC0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381FAAD-59C0-40E8-ADE2-434D2E8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2162D15-CF10-481A-8D5A-859F87A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用户通过或退回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2E225EA-ACA3-4E18-9C6A-3CE0FFC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满意则锁定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不满意只重做本章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CFE08E5D-0E11-4EDA-BB18-43DA129D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2E054BC-A9B3-452F-A654-0C5A946A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B3ADAFC-71B4-491F-879E-89E48891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生成最终PDF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6CEAAEC-8136-4B8C-B013-B2413B84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全部通过后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本地排版输出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8C21697B-DC21-43BE-89A9-CB489DD7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F3A33CB-CD7A-46A0-A78B-8B2E174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系统负责什么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3EDD66E-546D-4E2F-AA28-8E00682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检查图片ID是否来自本次任务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检查目标店与竞品归属是否正确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检查五个章节是否齐全且不重复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保存每章审核状态和修订版本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B8939749-6596-44BF-B14B-74F9287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A64EC711-49EC-4E66-B5EE-9F8336A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用户负责什么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DABF23A-AADD-4D12-A32D-8B3BA851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对照支持图和反例图检查结论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判断推导是否符合业务认知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通过可信章节，退回有问题章节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五章全部通过后生成并下载PDF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47DD1BDF-DCCE-4192-9A86-34CFF8E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E9DF007D-749B-4929-912F-D847222C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541813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9D8F410-4C9E-4D5D-8478-6B88A4D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F72E3C-0BDA-4880-9062-BAC9F3E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95B46D-C498-47DC-9305-5004250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界面先说明目标店铺、品类选择方式、竞品可比边界与费用提示；用户确认后才启动分析。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660049-3273-4EEC-B102-17B3136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D4E1C8D-6D2B-4351-AA58-2D6706E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9c091eb12493b"/>
          <a:srcRect xmlns:a="http://schemas.openxmlformats.org/drawingml/2006/main" l="0" t="10236" r="0" b="10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7E159125-BA58-4529-AE84-C4899C1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3FC8DAA-F20D-47AE-8CA8-5D98BCA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0780C57-5638-4313-85D1-AAF9424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91508EC-573C-41F7-AE10-C867C50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BFE6EF2-F023-4AD3-9607-E5D94A8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F935B41-3DCC-49B2-8EAA-01D8F4FD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选择目标店铺与报告范围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830E419E-17BB-4A56-823A-457F7C40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B3B7EEDC-36DA-4C1E-AB59-1E1FF5D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确认系统自动选样方法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268E4C6D-AEC9-49F3-A1E7-5E177E2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B97E1FFD-EB0F-411B-A57D-5325A13B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理解竞品边界后启动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1D254EC-881E-4099-A7B6-792980B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3569E50-F00B-48BF-AE26-3A1DFDB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540096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D21ACDD-45ED-4163-8359-EA2C753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1DB1B5-026A-465F-8A3A-E4080D22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5A2F52-FFCD-4E87-A1C4-CF44B2E4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任务页汇总分析进度、证据覆盖、缓存复用、实际费用和五章草稿，便于进入逐章审核。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A9945D-4C5B-4701-B716-B1751252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C32BFA58-446C-4326-828D-F7445A3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d011f1a34583"/>
          <a:srcRect xmlns:a="http://schemas.openxmlformats.org/drawingml/2006/main" l="0" t="10236" r="0" b="10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30448BA9-D705-4DED-844F-05C4E86D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57E963B-0688-406D-B58C-DA04ACE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F0FF5DE-562D-49DF-BA4C-E684286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9617EF5-BCC9-4248-B2CF-FC897A40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5827FC6-CC11-471B-8D21-C9A4F087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0DC12AA5-D740-48EC-ABA6-91A695F6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先确认任务已完整结束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953DA03-D7FF-4A26-979E-65F9BF6A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88CEC60E-FF53-4E46-A830-C9486027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检查证据覆盖与失败项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DF0F541-2DC9-4C5A-89BD-D6B1DCF8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72CF24E-8817-454C-84E7-DA7C558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打开五章草稿继续审核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5C281CE-C0A3-4A85-9EE4-49F5B69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1A3B637-13FA-46B5-B52A-B3BAAB8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1417312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E99CC7D-407A-4067-8220-D2D1C05D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93369F-B4E5-4444-B3BB-CFC67D5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0AFBAA-14AD-44FB-A4E2-D5C7346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每个Section展示结论、推导、样本范围、观察字段及直接可见的支持图与反例图。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2CCABC-C51F-4C7E-ACD8-C3D7F415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E4960050-83B4-44B2-B5C8-C9BAB0A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258ad76c04f27"/>
          <a:srcRect xmlns:a="http://schemas.openxmlformats.org/drawingml/2006/main" l="0" t="10236" r="0" b="10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001A733-617F-4FDB-B7F2-BA4AEDE8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F4326F2-19B9-4095-AEFE-D90199A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D90EF1B-1E9F-4152-9B27-375D116C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F5C4129-D8D2-4FCA-95D9-E7EBC5A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BC1A545-B77A-4572-AF1E-AE5B03C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481204F-DDC4-4CBA-B919-F6C82809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85E1CA6-AAFF-4E46-8852-B7C4041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E4001FE-FC5B-4D6E-8A69-1E30755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638C8F51-B779-4E28-989A-F393ACD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A5B9626D-43C8-4E26-8121-906BE9F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4D73817-27B4-499E-AC78-142DEE7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C3D625A-14FC-4F56-BD83-3D21C31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7772539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141AD56-FDF3-4CBC-9569-AEFCB208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C1AD17-26FC-4069-8747-20105BB8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DB9C64-3F36-4DD4-8A7B-F372ABC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88D99B-97E8-46C0-BC98-BB7CC6D9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43EA4C4-A376-412D-ABD8-E72F9D7D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0675f22b2488e"/>
          <a:srcRect xmlns:a="http://schemas.openxmlformats.org/drawingml/2006/main" l="0" t="10236" r="0" b="10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F41AF42-8AB5-4290-B39E-9800215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3CC2780-594C-4596-AE5A-2D5D2B32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5713850-B993-46CC-8FF6-D2786AA5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875F5B5-461C-4603-BC83-2E38613F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6D741053-32AF-4B9A-B8C3-B0BA975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0925E06-8E33-4312-BD2A-2D6E9E8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A78DFD6-4DB6-4A58-BCC2-3D43FF8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83993E24-B8A0-4C0A-9C6F-2CC8FE02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26EE5AD5-EF9B-46D3-A0D4-7963F347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9FF75D90-954B-4821-9203-1B5030D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103CCC6-398A-436E-B934-1B658EDD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8DD1B5F-611A-4D10-BAB8-6BBB8AC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7095320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169B8BF-5A79-41C8-9541-CEE47BF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A18D0E-4DDB-4583-AC0D-A7C02F2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CA832A-CFA9-4DC1-8C9E-A1F8E83A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五章通过后，系统只读取同一任务草稿本地排版；最终PDF沿用样片视觉语言，页数由实际内容决定。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903782-DC2C-42FE-B241-71A0C58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92A15C2-5D20-48C6-8405-B3032837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8a686d5f64e61"/>
          <a:srcRect xmlns:a="http://schemas.openxmlformats.org/drawingml/2006/main" l="0" t="10236" r="0" b="10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3EBE598-1D6F-42B6-A489-C3A61ECF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4C50D7D-4297-4BF6-808F-A65BB0AE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CB09A69-8F87-4842-88CD-F1246B39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1E0AF11-6A7B-46A1-AF95-B6EF3D0D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676647B-EDA0-4A89-A24B-44B00FC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76FDD38-E7F4-45FF-84CE-609BEA17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1595D78-F442-4E6E-A063-CFE5BC4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74075B8-9C98-44ED-9B1C-C35E86D3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F74F77FB-0B13-4726-9B34-BD8C0DE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8D3A510-F018-4550-B8D1-DDE28D82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结论与证据进入内容驱动版式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CF68592-819F-4E42-BBA7-6448EF23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6B4953E-17B8-4119-806A-0471B16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48457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400505D9-0592-4A00-A3BD-09D0D8F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C04B5D-354B-45DF-AC96-A4698237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内容驱动成品由五个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9B9A3B-581D-4C72-9B2D-E1C7620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当前完整任务映射为49页；页数由实际章节、证据和方案内容决定，不应把49页理解为49个结论。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865DD0-10AC-4D2E-A433-6772E9FF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3fd6415394374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B18078-5062-4A61-9CE8-C3EDE23D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1D684F-692D-4413-8388-046F51B1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26E697-AC73-4195-A37E-66AEB966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店铺规模、重点品类与风格是什么？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4712b0ad34685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FF6601-A276-442E-A16D-3745079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3B4067-9033-4676-A7AD-A120496A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EB79DA-B942-46EC-B0DA-1B47702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三类主分析＋六类交叉验证怎样展示商品？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f4f60da9444b4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2EECB5-D893-4EEE-8D87-EA8E8443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B9A984-0B07-4537-B0EB-DA6FCDD0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76B8589-B90E-422F-BF0C-C25933F4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布景、图法与可见模特哪里失序？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d7ed900d847b2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D63795-F339-46F9-A78F-03CCEF1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DCA4DE4-F620-4821-BD98-8CF1019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012C44-F8B0-447D-9C40-A89E870C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在TOPS与SKIRTS可比范围内差在哪里？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62db364d40df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7A22E4F-0788-4D77-BF54-A36F820D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P36–49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AA61829-9916-4551-ADCF-75A3C861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C28648-F95D-441B-A7D6-9DDD798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CF91E425-9E0C-4747-A08D-E77E7AFB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A8FCAC4-7497-4125-8697-51BA035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608F126-B58C-43E7-966A-88F7CA3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94DA350C-D962-4219-A461-D6513C93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826CAB3D-25A6-47CB-9350-083C4BC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267446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A98D564-5D81-44BC-AE5E-3B1B0C6A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31F97-ADA6-4A80-B083-4234F2B1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最终PDF沿用样片版式，并绑定已审核证据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217144-AD6F-4471-B074-9DF8EFE8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每一章都来自已锁定的图片事实、可比竞品范围和人工审核结果。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A29844-A315-4C15-87D6-11A2535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8054c4f794885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a5221d4d34b74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b2618dcc74809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e4707a5434db6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当前成品页数">
            <a:extLst xmlns:a="http://schemas.openxmlformats.org/drawingml/2006/main">
              <a:ext uri="{FF2B5EF4-FFF2-40B4-BE49-F238E27FC236}">
                <a16:creationId xmlns:a16="http://schemas.microsoft.com/office/drawing/2014/main" id="{BAB24B13-EE23-4A93-B63D-50AC978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10" name="metric-label-当前成品页数">
            <a:extLst xmlns:a="http://schemas.openxmlformats.org/drawingml/2006/main">
              <a:ext uri="{FF2B5EF4-FFF2-40B4-BE49-F238E27FC236}">
                <a16:creationId xmlns:a16="http://schemas.microsoft.com/office/drawing/2014/main" id="{3762FDBD-BB79-4726-A755-309A8B2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当前成品页数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B7A0E219-F129-413E-9BDE-52D2E0A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12A088CD-DBB6-4B62-AD94-447DB10C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584581-EB5F-467E-99FA-F9F010F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3B78FEC-FBED-4DD1-92A6-63525C85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Aloruh店铺视觉诊断－生产UI生成－20260827.pdf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60F85D5E-E08C-4673-99F9-0BE2F5DE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5C65EF1-73D9-4400-9BF6-16A11576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6731363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FCEC68CA-5A64-44DB-BA5D-2927CF0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1/3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C928F6-2A54-4BC6-933C-DA571C1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49页不是49个结论：先识别页面角色，再判断内容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62CF22-6B24-40E0-AF4B-EFAE579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五章共25条核心claim；其余页面负责建立范围、展开证据、显示边界或转化为执行方案。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7C4986-6A15-44A8-A379-F371B58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role-index-0">
            <a:extLst xmlns:a="http://schemas.openxmlformats.org/drawingml/2006/main">
              <a:ext uri="{FF2B5EF4-FFF2-40B4-BE49-F238E27FC236}">
                <a16:creationId xmlns:a16="http://schemas.microsoft.com/office/drawing/2014/main" id="{A758806A-8C22-4156-B5F2-CE0F49B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4953DD7-57E3-46B8-A86F-DDB0889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A45F26E3-B2DD-499C-B91D-0FF8043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章节页</a:t>
            </a:r>
          </a:p>
        </p:txBody>
      </p:sp>
      <p:sp>
        <p:nvSpPr>
          <p:cNvPr id="8" name="role-pages-0">
            <a:extLst xmlns:a="http://schemas.openxmlformats.org/drawingml/2006/main">
              <a:ext uri="{FF2B5EF4-FFF2-40B4-BE49-F238E27FC236}">
                <a16:creationId xmlns:a16="http://schemas.microsoft.com/office/drawing/2014/main" id="{534834E8-4A4B-4314-AB97-D1F94DF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 / 7 / 15 / 26 / 36</a:t>
            </a:r>
          </a:p>
        </p:txBody>
      </p:sp>
      <p:sp>
        <p:nvSpPr>
          <p:cNvPr id="9" name="role-detail-0">
            <a:extLst xmlns:a="http://schemas.openxmlformats.org/drawingml/2006/main">
              <a:ext uri="{FF2B5EF4-FFF2-40B4-BE49-F238E27FC236}">
                <a16:creationId xmlns:a16="http://schemas.microsoft.com/office/drawing/2014/main" id="{5A319856-7CD7-4B3E-ADCC-8FBF193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只负责切换问题，不产生新结论</a:t>
            </a:r>
          </a:p>
        </p:txBody>
      </p:sp>
      <p:sp>
        <p:nvSpPr>
          <p:cNvPr id="10" name="role-index-1">
            <a:extLst xmlns:a="http://schemas.openxmlformats.org/drawingml/2006/main">
              <a:ext uri="{FF2B5EF4-FFF2-40B4-BE49-F238E27FC236}">
                <a16:creationId xmlns:a16="http://schemas.microsoft.com/office/drawing/2014/main" id="{10FCDBE5-2462-48D3-BD23-24DC48C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62BD633-6F61-4911-A1DD-F55CDFF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8F8855CE-1CFD-4EB3-833D-E46B5E80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事实页</a:t>
            </a:r>
          </a:p>
        </p:txBody>
      </p:sp>
      <p:sp>
        <p:nvSpPr>
          <p:cNvPr id="13" name="role-pages-1">
            <a:extLst xmlns:a="http://schemas.openxmlformats.org/drawingml/2006/main">
              <a:ext uri="{FF2B5EF4-FFF2-40B4-BE49-F238E27FC236}">
                <a16:creationId xmlns:a16="http://schemas.microsoft.com/office/drawing/2014/main" id="{E829B53F-F9BA-4E7D-9AA6-0AE4E33A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P3–5</a:t>
            </a:r>
          </a:p>
        </p:txBody>
      </p:sp>
      <p:sp>
        <p:nvSpPr>
          <p:cNvPr id="14" name="role-detail-1">
            <a:extLst xmlns:a="http://schemas.openxmlformats.org/drawingml/2006/main">
              <a:ext uri="{FF2B5EF4-FFF2-40B4-BE49-F238E27FC236}">
                <a16:creationId xmlns:a16="http://schemas.microsoft.com/office/drawing/2014/main" id="{E228BA15-9487-499A-BEB7-CE4CB5A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目录规模与品类占比来自全量数据</a:t>
            </a:r>
          </a:p>
        </p:txBody>
      </p:sp>
      <p:sp>
        <p:nvSpPr>
          <p:cNvPr id="15" name="role-index-2">
            <a:extLst xmlns:a="http://schemas.openxmlformats.org/drawingml/2006/main">
              <a:ext uri="{FF2B5EF4-FFF2-40B4-BE49-F238E27FC236}">
                <a16:creationId xmlns:a16="http://schemas.microsoft.com/office/drawing/2014/main" id="{AC88AFC0-7E05-469B-9BA9-CF20D50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DCED491-8643-4B8B-8ABB-F8ACE99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084FFB0C-91B8-4B15-B79A-82C39026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结论页</a:t>
            </a:r>
          </a:p>
        </p:txBody>
      </p:sp>
      <p:sp>
        <p:nvSpPr>
          <p:cNvPr id="18" name="role-pages-2">
            <a:extLst xmlns:a="http://schemas.openxmlformats.org/drawingml/2006/main">
              <a:ext uri="{FF2B5EF4-FFF2-40B4-BE49-F238E27FC236}">
                <a16:creationId xmlns:a16="http://schemas.microsoft.com/office/drawing/2014/main" id="{C59FC27B-A8FE-4795-AFFB-6405852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如P8 / 28 / 31 / 33 / 37</a:t>
            </a:r>
          </a:p>
        </p:txBody>
      </p:sp>
      <p:sp>
        <p:nvSpPr>
          <p:cNvPr id="19" name="role-detail-2">
            <a:extLst xmlns:a="http://schemas.openxmlformats.org/drawingml/2006/main">
              <a:ext uri="{FF2B5EF4-FFF2-40B4-BE49-F238E27FC236}">
                <a16:creationId xmlns:a16="http://schemas.microsoft.com/office/drawing/2014/main" id="{1476BA44-D337-446C-AF9E-FE2E86A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必须能回指推导、分母与观察字段</a:t>
            </a:r>
          </a:p>
        </p:txBody>
      </p:sp>
      <p:sp>
        <p:nvSpPr>
          <p:cNvPr id="20" name="role-index-3">
            <a:extLst xmlns:a="http://schemas.openxmlformats.org/drawingml/2006/main">
              <a:ext uri="{FF2B5EF4-FFF2-40B4-BE49-F238E27FC236}">
                <a16:creationId xmlns:a16="http://schemas.microsoft.com/office/drawing/2014/main" id="{4A3287DE-73DB-475A-8045-B932AC25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B3F1660C-521E-464C-8BAE-18321A33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-title-3">
            <a:extLst xmlns:a="http://schemas.openxmlformats.org/drawingml/2006/main">
              <a:ext uri="{FF2B5EF4-FFF2-40B4-BE49-F238E27FC236}">
                <a16:creationId xmlns:a16="http://schemas.microsoft.com/office/drawing/2014/main" id="{13F2FEEA-4F34-4ADF-8FB6-14B2B1D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证据与边界页</a:t>
            </a:r>
          </a:p>
        </p:txBody>
      </p:sp>
      <p:sp>
        <p:nvSpPr>
          <p:cNvPr id="23" name="role-pages-3">
            <a:extLst xmlns:a="http://schemas.openxmlformats.org/drawingml/2006/main">
              <a:ext uri="{FF2B5EF4-FFF2-40B4-BE49-F238E27FC236}">
                <a16:creationId xmlns:a16="http://schemas.microsoft.com/office/drawing/2014/main" id="{11C41A37-C6A7-49F0-AD59-4204CDFE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如P17 / 29–34 / 44–45</a:t>
            </a:r>
          </a:p>
        </p:txBody>
      </p:sp>
      <p:sp>
        <p:nvSpPr>
          <p:cNvPr id="24" name="role-detail-3">
            <a:extLst xmlns:a="http://schemas.openxmlformats.org/drawingml/2006/main">
              <a:ext uri="{FF2B5EF4-FFF2-40B4-BE49-F238E27FC236}">
                <a16:creationId xmlns:a16="http://schemas.microsoft.com/office/drawing/2014/main" id="{F78FC440-7F9A-4950-B48E-E22A9A1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图片说明claim，不等于新的统计结论</a:t>
            </a:r>
          </a:p>
        </p:txBody>
      </p:sp>
      <p:sp>
        <p:nvSpPr>
          <p:cNvPr id="25" name="role-index-4">
            <a:extLst xmlns:a="http://schemas.openxmlformats.org/drawingml/2006/main">
              <a:ext uri="{FF2B5EF4-FFF2-40B4-BE49-F238E27FC236}">
                <a16:creationId xmlns:a16="http://schemas.microsoft.com/office/drawing/2014/main" id="{1E01FE43-187D-4A17-B90F-7F051B9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96481AB-11CC-4C2D-B668-A4DEE49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ole-title-4">
            <a:extLst xmlns:a="http://schemas.openxmlformats.org/drawingml/2006/main">
              <a:ext uri="{FF2B5EF4-FFF2-40B4-BE49-F238E27FC236}">
                <a16:creationId xmlns:a16="http://schemas.microsoft.com/office/drawing/2014/main" id="{CE8B89E0-832F-4D61-965C-60D03F30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建议与方案页</a:t>
            </a:r>
          </a:p>
        </p:txBody>
      </p:sp>
      <p:sp>
        <p:nvSpPr>
          <p:cNvPr id="28" name="role-pages-4">
            <a:extLst xmlns:a="http://schemas.openxmlformats.org/drawingml/2006/main">
              <a:ext uri="{FF2B5EF4-FFF2-40B4-BE49-F238E27FC236}">
                <a16:creationId xmlns:a16="http://schemas.microsoft.com/office/drawing/2014/main" id="{28CF132A-6654-4930-8D7E-775BE5A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P35 / 37–49</a:t>
            </a:r>
          </a:p>
        </p:txBody>
      </p:sp>
      <p:sp>
        <p:nvSpPr>
          <p:cNvPr id="29" name="role-detail-4">
            <a:extLst xmlns:a="http://schemas.openxmlformats.org/drawingml/2006/main">
              <a:ext uri="{FF2B5EF4-FFF2-40B4-BE49-F238E27FC236}">
                <a16:creationId xmlns:a16="http://schemas.microsoft.com/office/drawing/2014/main" id="{62F06689-5D67-4ED4-8A8B-BEA1A83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把已验证问题转成图序与拍摄规则</a:t>
            </a:r>
          </a:p>
        </p:txBody>
      </p:sp>
      <p:sp>
        <p:nvSpPr>
          <p:cNvPr id="30" name="reading-rule">
            <a:extLst xmlns:a="http://schemas.openxmlformats.org/drawingml/2006/main">
              <a:ext uri="{FF2B5EF4-FFF2-40B4-BE49-F238E27FC236}">
                <a16:creationId xmlns:a16="http://schemas.microsoft.com/office/drawing/2014/main" id="{EF3F67A9-7AD9-4B7B-B8B9-09AAB5AA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080BDAB-2B9E-4502-A6CF-F1764C80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阅读顺序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D3FD453-8E36-46A3-AFF1-9B72544A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先读结论和分母 → 再看支持图 → 再看反例边界 → 最后判断建议是否真的由前文推出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C6AE7B8B-17DB-40FD-8473-F77D232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079C1276-A59C-4B2E-8D27-224397E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292042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37D94907-E01A-434B-A8BE-A23BB5B5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2/3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BEF2A1-E699-46EB-AAE5-59E991A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五个Section不是并列目录，而是一条从事实到行动的证据链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12C109-AD57-49B7-AB50-F6CE5E1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前四章分别回答定位、商品、店铺与竞品问题；第五章只能综合前四章，不新增图片观察。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EC2890-1006-4D96-B69E-E6AA6385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section-0">
            <a:extLst xmlns:a="http://schemas.openxmlformats.org/drawingml/2006/main">
              <a:ext uri="{FF2B5EF4-FFF2-40B4-BE49-F238E27FC236}">
                <a16:creationId xmlns:a16="http://schemas.microsoft.com/office/drawing/2014/main" id="{789430E4-B398-46C0-953B-3C6C20B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ndex-0">
            <a:extLst xmlns:a="http://schemas.openxmlformats.org/drawingml/2006/main">
              <a:ext uri="{FF2B5EF4-FFF2-40B4-BE49-F238E27FC236}">
                <a16:creationId xmlns:a16="http://schemas.microsoft.com/office/drawing/2014/main" id="{6EEA3EE3-A8C1-4D0F-9263-B1803F37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A8E905C-89EB-4C64-92D9-FF76744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品牌定位</a:t>
            </a:r>
          </a:p>
        </p:txBody>
      </p:sp>
      <p:sp>
        <p:nvSpPr>
          <p:cNvPr id="8" name="section-pages-0">
            <a:extLst xmlns:a="http://schemas.openxmlformats.org/drawingml/2006/main">
              <a:ext uri="{FF2B5EF4-FFF2-40B4-BE49-F238E27FC236}">
                <a16:creationId xmlns:a16="http://schemas.microsoft.com/office/drawing/2014/main" id="{F19009F8-773F-4B6E-A571-77A773A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9" name="section-question-0">
            <a:extLst xmlns:a="http://schemas.openxmlformats.org/drawingml/2006/main">
              <a:ext uri="{FF2B5EF4-FFF2-40B4-BE49-F238E27FC236}">
                <a16:creationId xmlns:a16="http://schemas.microsoft.com/office/drawing/2014/main" id="{42D97CF7-AC36-494F-B032-AAF46D32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卖什么？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已有何种视觉代码？</a:t>
            </a:r>
          </a:p>
        </p:txBody>
      </p:sp>
      <p:sp>
        <p:nvSpPr>
          <p:cNvPr id="10" name="section-arrow-0">
            <a:extLst xmlns:a="http://schemas.openxmlformats.org/drawingml/2006/main">
              <a:ext uri="{FF2B5EF4-FFF2-40B4-BE49-F238E27FC236}">
                <a16:creationId xmlns:a16="http://schemas.microsoft.com/office/drawing/2014/main" id="{15E530F1-942A-4FA5-B675-B8CFCD4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ection-1">
            <a:extLst xmlns:a="http://schemas.openxmlformats.org/drawingml/2006/main">
              <a:ext uri="{FF2B5EF4-FFF2-40B4-BE49-F238E27FC236}">
                <a16:creationId xmlns:a16="http://schemas.microsoft.com/office/drawing/2014/main" id="{F66A6434-3842-4EED-92D0-B2FE998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ndex-1">
            <a:extLst xmlns:a="http://schemas.openxmlformats.org/drawingml/2006/main">
              <a:ext uri="{FF2B5EF4-FFF2-40B4-BE49-F238E27FC236}">
                <a16:creationId xmlns:a16="http://schemas.microsoft.com/office/drawing/2014/main" id="{1E9BC972-C7E7-4A19-BECA-07C4482C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3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2AB7B5A1-5831-4DC8-9FBB-86A1AAB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</a:t>
            </a:r>
          </a:p>
        </p:txBody>
      </p:sp>
      <p:sp>
        <p:nvSpPr>
          <p:cNvPr id="14" name="section-pages-1">
            <a:extLst xmlns:a="http://schemas.openxmlformats.org/drawingml/2006/main">
              <a:ext uri="{FF2B5EF4-FFF2-40B4-BE49-F238E27FC236}">
                <a16:creationId xmlns:a16="http://schemas.microsoft.com/office/drawing/2014/main" id="{C15BB76E-42E7-4AFB-8279-43FF08E0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5" name="section-question-1">
            <a:extLst xmlns:a="http://schemas.openxmlformats.org/drawingml/2006/main">
              <a:ext uri="{FF2B5EF4-FFF2-40B4-BE49-F238E27FC236}">
                <a16:creationId xmlns:a16="http://schemas.microsoft.com/office/drawing/2014/main" id="{38A88A37-D5AA-4C9F-B92C-7DDB29E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卖点是否被看清？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多视角是否互补？</a:t>
            </a:r>
          </a:p>
        </p:txBody>
      </p:sp>
      <p:sp>
        <p:nvSpPr>
          <p:cNvPr id="16" name="section-arrow-1">
            <a:extLst xmlns:a="http://schemas.openxmlformats.org/drawingml/2006/main">
              <a:ext uri="{FF2B5EF4-FFF2-40B4-BE49-F238E27FC236}">
                <a16:creationId xmlns:a16="http://schemas.microsoft.com/office/drawing/2014/main" id="{1A213A7B-6A85-47A1-89DF-39E454B2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A17D4E1B-8ADD-43A6-9440-1F0A2D0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tion-index-2">
            <a:extLst xmlns:a="http://schemas.openxmlformats.org/drawingml/2006/main">
              <a:ext uri="{FF2B5EF4-FFF2-40B4-BE49-F238E27FC236}">
                <a16:creationId xmlns:a16="http://schemas.microsoft.com/office/drawing/2014/main" id="{8D08513B-0C3C-4F94-8D52-8510FF04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9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E9453B54-E781-496D-BF2A-9DB47B50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店铺审计</a:t>
            </a:r>
          </a:p>
        </p:txBody>
      </p:sp>
      <p:sp>
        <p:nvSpPr>
          <p:cNvPr id="20" name="section-pages-2">
            <a:extLst xmlns:a="http://schemas.openxmlformats.org/drawingml/2006/main">
              <a:ext uri="{FF2B5EF4-FFF2-40B4-BE49-F238E27FC236}">
                <a16:creationId xmlns:a16="http://schemas.microsoft.com/office/drawing/2014/main" id="{5C341E38-C26B-42CC-814E-0BAB84B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21" name="section-question-2">
            <a:extLst xmlns:a="http://schemas.openxmlformats.org/drawingml/2006/main">
              <a:ext uri="{FF2B5EF4-FFF2-40B4-BE49-F238E27FC236}">
                <a16:creationId xmlns:a16="http://schemas.microsoft.com/office/drawing/2014/main" id="{BFD92561-3A6C-4BEE-A3F7-89F85469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背景、光线、图文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是否形成一致系统？</a:t>
            </a:r>
          </a:p>
        </p:txBody>
      </p:sp>
      <p:sp>
        <p:nvSpPr>
          <p:cNvPr id="22" name="section-arrow-2">
            <a:extLst xmlns:a="http://schemas.openxmlformats.org/drawingml/2006/main">
              <a:ext uri="{FF2B5EF4-FFF2-40B4-BE49-F238E27FC236}">
                <a16:creationId xmlns:a16="http://schemas.microsoft.com/office/drawing/2014/main" id="{A2F03E97-1ECA-4D3A-A164-BD51DB9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ection-3">
            <a:extLst xmlns:a="http://schemas.openxmlformats.org/drawingml/2006/main">
              <a:ext uri="{FF2B5EF4-FFF2-40B4-BE49-F238E27FC236}">
                <a16:creationId xmlns:a16="http://schemas.microsoft.com/office/drawing/2014/main" id="{C0BCEC2F-C5DB-48D8-A662-C0CCE604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tion-index-3">
            <a:extLst xmlns:a="http://schemas.openxmlformats.org/drawingml/2006/main">
              <a:ext uri="{FF2B5EF4-FFF2-40B4-BE49-F238E27FC236}">
                <a16:creationId xmlns:a16="http://schemas.microsoft.com/office/drawing/2014/main" id="{9E9C7772-38D5-45A7-B330-737A9E7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5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4AFF66BF-C4E2-4557-BB95-D2F0197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竞品差距</a:t>
            </a:r>
          </a:p>
        </p:txBody>
      </p:sp>
      <p:sp>
        <p:nvSpPr>
          <p:cNvPr id="26" name="section-pages-3">
            <a:extLst xmlns:a="http://schemas.openxmlformats.org/drawingml/2006/main">
              <a:ext uri="{FF2B5EF4-FFF2-40B4-BE49-F238E27FC236}">
                <a16:creationId xmlns:a16="http://schemas.microsoft.com/office/drawing/2014/main" id="{5D3C612C-17F6-43DD-81CF-B94D99F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P26–35</a:t>
            </a:r>
          </a:p>
        </p:txBody>
      </p:sp>
      <p:sp>
        <p:nvSpPr>
          <p:cNvPr id="27" name="section-question-3">
            <a:extLst xmlns:a="http://schemas.openxmlformats.org/drawingml/2006/main">
              <a:ext uri="{FF2B5EF4-FFF2-40B4-BE49-F238E27FC236}">
                <a16:creationId xmlns:a16="http://schemas.microsoft.com/office/drawing/2014/main" id="{0F55319B-8CC9-4A8D-A7F2-CA1DBBF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同品类比较中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差的是哪套规则？</a:t>
            </a:r>
          </a:p>
        </p:txBody>
      </p:sp>
      <p:sp>
        <p:nvSpPr>
          <p:cNvPr id="28" name="section-arrow-3">
            <a:extLst xmlns:a="http://schemas.openxmlformats.org/drawingml/2006/main">
              <a:ext uri="{FF2B5EF4-FFF2-40B4-BE49-F238E27FC236}">
                <a16:creationId xmlns:a16="http://schemas.microsoft.com/office/drawing/2014/main" id="{EC66F1F8-03B1-4D4A-BDDD-A8B2FDEC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section-4">
            <a:extLst xmlns:a="http://schemas.openxmlformats.org/drawingml/2006/main">
              <a:ext uri="{FF2B5EF4-FFF2-40B4-BE49-F238E27FC236}">
                <a16:creationId xmlns:a16="http://schemas.microsoft.com/office/drawing/2014/main" id="{A44CF59A-085E-4972-82EE-0AFD678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ection-index-4">
            <a:extLst xmlns:a="http://schemas.openxmlformats.org/drawingml/2006/main">
              <a:ext uri="{FF2B5EF4-FFF2-40B4-BE49-F238E27FC236}">
                <a16:creationId xmlns:a16="http://schemas.microsoft.com/office/drawing/2014/main" id="{8344C0DF-408A-47D3-831C-947B4B6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05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31" name="section-title-4">
            <a:extLst xmlns:a="http://schemas.openxmlformats.org/drawingml/2006/main">
              <a:ext uri="{FF2B5EF4-FFF2-40B4-BE49-F238E27FC236}">
                <a16:creationId xmlns:a16="http://schemas.microsoft.com/office/drawing/2014/main" id="{B65D4343-737F-40FD-A9A0-E17D70CF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升级方向</a:t>
            </a:r>
          </a:p>
        </p:txBody>
      </p:sp>
      <p:sp>
        <p:nvSpPr>
          <p:cNvPr id="32" name="section-pages-4">
            <a:extLst xmlns:a="http://schemas.openxmlformats.org/drawingml/2006/main">
              <a:ext uri="{FF2B5EF4-FFF2-40B4-BE49-F238E27FC236}">
                <a16:creationId xmlns:a16="http://schemas.microsoft.com/office/drawing/2014/main" id="{D09D6D29-049F-4EB3-8424-ACD3B6F1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P36–49</a:t>
            </a:r>
          </a:p>
        </p:txBody>
      </p:sp>
      <p:sp>
        <p:nvSpPr>
          <p:cNvPr id="33" name="section-question-4">
            <a:extLst xmlns:a="http://schemas.openxmlformats.org/drawingml/2006/main">
              <a:ext uri="{FF2B5EF4-FFF2-40B4-BE49-F238E27FC236}">
                <a16:creationId xmlns:a16="http://schemas.microsoft.com/office/drawing/2014/main" id="{FD5ADA72-93E9-4ED0-8709-5225E86B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147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哪些规则应固化？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图序怎样落地？</a:t>
            </a:r>
          </a:p>
        </p:txBody>
      </p:sp>
      <p:sp>
        <p:nvSpPr>
          <p:cNvPr id="34" name="chain-metric-0">
            <a:extLst xmlns:a="http://schemas.openxmlformats.org/drawingml/2006/main">
              <a:ext uri="{FF2B5EF4-FFF2-40B4-BE49-F238E27FC236}">
                <a16:creationId xmlns:a16="http://schemas.microsoft.com/office/drawing/2014/main" id="{64B4B8A0-D3E9-4BD4-BDF1-F912722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35" name="chain-label-0">
            <a:extLst xmlns:a="http://schemas.openxmlformats.org/drawingml/2006/main">
              <a:ext uri="{FF2B5EF4-FFF2-40B4-BE49-F238E27FC236}">
                <a16:creationId xmlns:a16="http://schemas.microsoft.com/office/drawing/2014/main" id="{BC489192-B26C-46B0-9030-FABD34A4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全量目录商品</a:t>
            </a:r>
          </a:p>
        </p:txBody>
      </p:sp>
      <p:sp>
        <p:nvSpPr>
          <p:cNvPr id="36" name="chain-metric-1">
            <a:extLst xmlns:a="http://schemas.openxmlformats.org/drawingml/2006/main">
              <a:ext uri="{FF2B5EF4-FFF2-40B4-BE49-F238E27FC236}">
                <a16:creationId xmlns:a16="http://schemas.microsoft.com/office/drawing/2014/main" id="{9525171D-DBE3-4345-AB54-BEB59CCE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37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6733E4FA-BDCB-444E-9A69-FEDB7030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目标店高清图</a:t>
            </a:r>
          </a:p>
        </p:txBody>
      </p:sp>
      <p:sp>
        <p:nvSpPr>
          <p:cNvPr id="38" name="chain-metric-2">
            <a:extLst xmlns:a="http://schemas.openxmlformats.org/drawingml/2006/main">
              <a:ext uri="{FF2B5EF4-FFF2-40B4-BE49-F238E27FC236}">
                <a16:creationId xmlns:a16="http://schemas.microsoft.com/office/drawing/2014/main" id="{0F70F485-C8B6-407A-B635-859CAC1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15,107</a:t>
            </a:r>
          </a:p>
        </p:txBody>
      </p:sp>
      <p:sp>
        <p:nvSpPr>
          <p:cNvPr id="39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31FC405A-FF1E-4B96-BC40-AAA44E2F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竞品标签分母</a:t>
            </a:r>
          </a:p>
        </p:txBody>
      </p:sp>
      <p:sp>
        <p:nvSpPr>
          <p:cNvPr id="40" name="chain-metric-3">
            <a:extLst xmlns:a="http://schemas.openxmlformats.org/drawingml/2006/main">
              <a:ext uri="{FF2B5EF4-FFF2-40B4-BE49-F238E27FC236}">
                <a16:creationId xmlns:a16="http://schemas.microsoft.com/office/drawing/2014/main" id="{72EB8F7F-9D5B-49CB-8F0E-8C27161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41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BF565139-22C3-47EB-802B-33C34F77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竞品高清复核图</a:t>
            </a:r>
          </a:p>
        </p:txBody>
      </p:sp>
      <p:sp>
        <p:nvSpPr>
          <p:cNvPr id="42" name="chain-metric-4">
            <a:extLst xmlns:a="http://schemas.openxmlformats.org/drawingml/2006/main">
              <a:ext uri="{FF2B5EF4-FFF2-40B4-BE49-F238E27FC236}">
                <a16:creationId xmlns:a16="http://schemas.microsoft.com/office/drawing/2014/main" id="{043C1946-77BD-424F-8C01-EBDBE29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43" name="chain-label-4">
            <a:extLst xmlns:a="http://schemas.openxmlformats.org/drawingml/2006/main">
              <a:ext uri="{FF2B5EF4-FFF2-40B4-BE49-F238E27FC236}">
                <a16:creationId xmlns:a16="http://schemas.microsoft.com/office/drawing/2014/main" id="{FDB47ECA-9EC8-4C6B-B142-EABA18F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Sol逐图观察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40218DC8-B64C-429C-B1EC-7776275C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11201CF7-56C2-4D29-92B2-F7CA2E8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866090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7BBC944D-D616-4025-9939-494429C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PDF · 3/3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98FF4C-D560-4A21-AD05-9F53CB1D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逐页查验已闭环四类错配，剩余限制来自数据边界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9C9571-BFFD-4551-9A29-577290B7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以下结论来自生产UI重新生成的49页PDF与页面配置、真实claim及嵌入图片的逐页对照。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0B3B57-E5AD-40EA-9818-2EC03E7B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risk-pages-0">
            <a:extLst xmlns:a="http://schemas.openxmlformats.org/drawingml/2006/main">
              <a:ext uri="{FF2B5EF4-FFF2-40B4-BE49-F238E27FC236}">
                <a16:creationId xmlns:a16="http://schemas.microsoft.com/office/drawing/2014/main" id="{1E7F2BB4-BA7A-4EF4-BC92-8F463B1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P14</a:t>
            </a:r>
          </a:p>
        </p:txBody>
      </p:sp>
      <p:sp>
        <p:nvSpPr>
          <p:cNvPr id="6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E3F0C753-28EF-4AF2-85C5-E0291CF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品类图文已对齐</a:t>
            </a:r>
          </a:p>
        </p:txBody>
      </p:sp>
      <p:sp>
        <p:nvSpPr>
          <p:cNvPr id="7" name="risk-detail-0">
            <a:extLst xmlns:a="http://schemas.openxmlformats.org/drawingml/2006/main">
              <a:ext uri="{FF2B5EF4-FFF2-40B4-BE49-F238E27FC236}">
                <a16:creationId xmlns:a16="http://schemas.microsoft.com/office/drawing/2014/main" id="{C949F5EF-CD9B-49E6-B91A-A0748B64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DRESSES、TOPS、BLOUSES分别绑定对应图片，以及各自的构图、动作、卖点、场景和搭配。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9795D59-B1E5-4A02-89FE-93CC055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sk-pages-1">
            <a:extLst xmlns:a="http://schemas.openxmlformats.org/drawingml/2006/main">
              <a:ext uri="{FF2B5EF4-FFF2-40B4-BE49-F238E27FC236}">
                <a16:creationId xmlns:a16="http://schemas.microsoft.com/office/drawing/2014/main" id="{A47BAA1F-29EF-4BEC-B9CB-674DBF8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P16 / P22 / P24</a:t>
            </a:r>
          </a:p>
        </p:txBody>
      </p:sp>
      <p:sp>
        <p:nvSpPr>
          <p:cNvPr id="10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887BB8D3-7017-4DA0-B584-328B2B0B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统计口径已统一</a:t>
            </a:r>
          </a:p>
        </p:txBody>
      </p:sp>
      <p:sp>
        <p:nvSpPr>
          <p:cNvPr id="11" name="risk-detail-1">
            <a:extLst xmlns:a="http://schemas.openxmlformats.org/drawingml/2006/main">
              <a:ext uri="{FF2B5EF4-FFF2-40B4-BE49-F238E27FC236}">
                <a16:creationId xmlns:a16="http://schemas.microsoft.com/office/drawing/2014/main" id="{0594980E-7E88-444D-9AD0-F477A62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场景、首图类型与可见模特按159张目标图或79张position 1确定性统计，明确分母和单位。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EC9539F-78C8-4417-B08B-8A08293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pages-2">
            <a:extLst xmlns:a="http://schemas.openxmlformats.org/drawingml/2006/main">
              <a:ext uri="{FF2B5EF4-FFF2-40B4-BE49-F238E27FC236}">
                <a16:creationId xmlns:a16="http://schemas.microsoft.com/office/drawing/2014/main" id="{C4B67ADD-476B-41CD-89F0-DB6C735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P44 / P45</a:t>
            </a:r>
          </a:p>
        </p:txBody>
      </p:sp>
      <p:sp>
        <p:nvSpPr>
          <p:cNvPr id="14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5CE8719A-6A93-4A8B-8F12-2B6B634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示例语义已澄清</a:t>
            </a:r>
          </a:p>
        </p:txBody>
      </p:sp>
      <p:sp>
        <p:nvSpPr>
          <p:cNvPr id="15" name="risk-detail-2">
            <a:extLst xmlns:a="http://schemas.openxmlformats.org/drawingml/2006/main">
              <a:ext uri="{FF2B5EF4-FFF2-40B4-BE49-F238E27FC236}">
                <a16:creationId xmlns:a16="http://schemas.microsoft.com/office/drawing/2014/main" id="{E3D092D9-7896-4F22-8287-A634A160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明确为图位职责与拍摄规则参考，不再声称同款改造前后，也不伪造点击效果。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9AA978C-7E5D-4E23-A1AA-EA7783F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pages-3">
            <a:extLst xmlns:a="http://schemas.openxmlformats.org/drawingml/2006/main">
              <a:ext uri="{FF2B5EF4-FFF2-40B4-BE49-F238E27FC236}">
                <a16:creationId xmlns:a16="http://schemas.microsoft.com/office/drawing/2014/main" id="{3384087A-9DC5-4DC0-9DB5-D3AA0576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P48 / P49</a:t>
            </a:r>
          </a:p>
        </p:txBody>
      </p:sp>
      <p:sp>
        <p:nvSpPr>
          <p:cNvPr id="18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486C10B2-4DE1-4C30-ACAB-71952A8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PLAN A/B已分层</a:t>
            </a:r>
          </a:p>
        </p:txBody>
      </p:sp>
      <p:sp>
        <p:nvSpPr>
          <p:cNvPr id="19" name="risk-detail-3">
            <a:extLst xmlns:a="http://schemas.openxmlformats.org/drawingml/2006/main">
              <a:ext uri="{FF2B5EF4-FFF2-40B4-BE49-F238E27FC236}">
                <a16:creationId xmlns:a16="http://schemas.microsoft.com/office/drawing/2014/main" id="{F99F1E4F-ECA3-4AB4-B189-1555D68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A只讲商品信息层；B只用真实生活方式场景讲品牌氛围层，两套图片不再重复。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78021C8-5BF9-4A72-985F-DE28993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use-note">
            <a:extLst xmlns:a="http://schemas.openxmlformats.org/drawingml/2006/main">
              <a:ext uri="{FF2B5EF4-FFF2-40B4-BE49-F238E27FC236}">
                <a16:creationId xmlns:a16="http://schemas.microsoft.com/office/drawing/2014/main" id="{CB6047FC-301B-4F3B-ABC1-52E9459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24EB2DA-0107-447F-BC81-2AA8F70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仍保留的数据边界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60B22E2-1738-4E58-BFB8-22C66F9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19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不补人群画像、代表红人或敏感属性；竞品只比较12维完整的TOPS与SKIRTS；不把视觉观察写成CTR/CVR因果。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D602EA5A-20F7-4143-BA24-F796CCA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46AFBAA6-263B-40C2-8C9A-0AA0B8C5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49-page production UI PDF · page-by-page QA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735409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C0196400-105F-4F79-9F58-ACFFAB7C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9DF563-BC0E-4700-9CFF-EC14A13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附录A1/9：Terra完整Prompt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292807-5C31-4EE6-8D0B-6B5FFC9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9A94E0-D3CD-45A8-811C-81BB386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11AD12EB-589A-4979-A89D-087E97C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6AE9B0A2-2631-4621-9E24-7D5D4745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D4FA7479-C166-4578-92D6-8C8399B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5E53F97D-5AAF-4903-80D3-3FB0C33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9B365859-3F24-4809-BE9A-168C5919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25A84061-0AF8-435A-B790-0E8C3F4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4CFC826C-41D7-43F1-8299-2F35AFE6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1155E03-CD62-4B39-8B2E-FAE4734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251125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22B8A4F-E0F4-469B-99F0-3D8D975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3917D-BF57-4C1B-B890-D237C87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附录A2/9：Terra完整Prompt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6FB747-D867-49B2-81AA-77C45149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B1EF30-E09C-4577-B34D-87F21B6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AB1C7404-52AA-4DD0-A2B8-89C3E304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D1175B63-7D32-4722-A60D-63E4994C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B328F25D-B747-43CF-81C2-F62ADCDB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5483572-1650-4D59-9531-209F26B6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A815524-690E-45AF-92DB-B7DE7637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303313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AA5E4A9-6E6B-443D-9202-AA82011C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695045-4E04-4780-949F-BC5001F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附录A3/9：Terra完整Prompt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AD8A58-362F-403B-A385-C76BE46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BF14A1-B7AA-4FC2-8EC7-D9A7F53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EE10C701-9EBB-4C2A-8FCD-054630DB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B5D4AE06-7AEC-4460-86A7-FD56EB5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C84C9E93-D7B0-4DCA-ABCA-7C74E09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BF0E7DA-5EB3-473F-B9F7-3AE56DC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1EE856E-2645-40AA-91AB-4A31986F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81384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CE47B7D-6E23-41FD-90CC-23BAC8A3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C718D4-9F23-431A-9791-278C36D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附录A4/9：Terra完整Prompt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E135F9-D499-40A9-82DB-5F50555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0DA22B-A4E8-477C-99EE-636C7C3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779EBD27-A802-45C4-9FC7-122464BE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A109DB3D-A453-49A4-9926-2E336E17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CAD6B081-DD63-430A-BBB5-8144FF0D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E00F3EBE-A108-4B43-845F-43335B49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7C782E4C-5973-41DD-938D-EE365CA2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1274304B-1CA9-435B-9823-5C1B144D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8C31E934-FCD5-4961-92C9-F478839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1CF89C26-7566-4772-A288-AD860CA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4C9CC619-8FF7-4399-85FC-637B487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8DC4447-B86C-4CC3-B23F-612DCF3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D266E41-60BB-4FA3-8B2A-6A61421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26646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FCBD205-9BF1-45AA-ABAF-41A1B082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70528F-9A5A-4307-9F67-207D649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附录A5/9：体验1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C902A6-5C48-43FB-8C4B-FBA042A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ED4300-3E87-48A5-8714-E58F8A3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87183BB1-D7E3-491E-9F44-C6C1299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7F4B3239-39B8-4D6C-ACFE-D4CA913C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A321EE6B-B194-4D71-9DD4-E31EF0C9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8068D8AC-ADB2-44D7-B49E-F2A4374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31C9FF57-3274-4AB6-91DF-388A4D9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A0D1AB55-2451-4C19-9AB5-5F666057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701CAB8-00E4-445D-8BC8-708AD92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24747D8-4F0E-4792-8D0C-B3792B8D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032629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3840857-D0B2-45B6-BB18-4E6EDC5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B83434-21FD-424E-94DB-FF3AC36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附录A6/9：体验2逐图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C75FEE-3EC4-462E-8E65-8CFDB6D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EBB38E-9B25-4B2C-BBAC-9F489BC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41B09E07-0392-4E19-BA00-F53442E1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90848F8C-3C43-4DB0-BFBC-06597140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D316878F-75E2-4614-928E-FB196A9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竞品图只从已完成12维标签覆盖的可比品类全量分布中分层选出；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未覆盖品类不得推断。selection_reasons说明其典型或边界证据角色。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模特相关字段只记录实际可见的在场人数、面部可见性、发型、妆容表现、表情和视线；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不可见时写不可观察。禁止推断年龄、种族、国籍、身高、体型尺寸、健康或吸引力。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产品字段要分别记录廓形、可见设计细节、可见材质纹理和商品展示完整度。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850245E-A1E1-4206-8EBA-4FC4B06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DAE1F20-A748-4E02-99E7-B7BDDAA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A696E09-49C9-4C05-883A-F85B721C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严格Schema要求每张图返回18项observable、visual_role、strengths、weaknesses、evidence_cues、confidence。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E254E36-11D4-4E5A-99D4-BC255E9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200DFCD-BE8B-4643-B9CD-7038ADF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9730187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8F2532E-8DB0-4D3F-9235-A394024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ACTUAL SECTION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0C068-E643-45F0-A816-3A4D720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附录A7/9：体验2实际单章汇总Prompt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077638-2738-4926-910B-626FEBA6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生产任务不再发送6MB总包；五章分别调用同一个基础Prompt，并各自追加章节要求和裁剪后的证据。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5EAD97-A08E-44B7-B565-B4B3292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cod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1E4CD439-4D40-4172-9729-CFC80075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B9FFE237-A148-40B0-A02F-261CEAF6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_section_prompt(scope, section_id) 完整基础文本</a:t>
            </a:r>
          </a:p>
        </p:txBody>
      </p:sp>
      <p:sp>
        <p:nvSpPr>
          <p:cNvPr id="7" name="code-body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003EFF57-4DC2-43CD-914A-F9AF53B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所有入选高清图已完成逐图观察。现在只生成一个视觉诊断章节，输出中文，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不得引用未提供的图片ID。每条结论必须说明推导方法，并列出支持图、反例图、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代表图、样本数、筛选条件和观察字段。不得写销量、曝光、点击、转化或ROI，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不得推断敏感属性、人群画像或代表红人。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章节={section_id}({SECTION_TITLES[section_id]})。要求：{requirements[section_id]}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EVIDENCE:{按章节角色与字段裁剪后的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45BBE15-E402-459A-B944-C5799BDE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ED5EC0A-A8EC-4F42-A79A-54C2844F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9701667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234C085-AF1F-4CEB-9000-F9366625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REQUIREMENTS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5F3D3-B853-4D24-AB88-289EA9F9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附录A8/9：五章要求＋执行摘要Prompt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F37652-CA71-4C85-AA61-4D53A71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这五段requirements是真实发送内容；章节完成后再用一个独立Prompt压缩为2–4条执行摘要。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BA31D1-E88F-4D0D-9D5B-9010890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" name="cod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A00576AA-A4D0-42D4-AA5A-E104DE5D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86EA2636-0B24-4090-A5A0-084CE953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requirements[section_id]（生产原文）</a:t>
            </a:r>
          </a:p>
        </p:txBody>
      </p:sp>
      <p:sp>
        <p:nvSpPr>
          <p:cNvPr id="7" name="code-body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6E91AEE9-ADC7-4F0A-BCDD-B888CC1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brand_positioning：说明店铺基本信息、全量重点品类、视觉风格划分与品牌信号；商品数和品类占比可引用全量目录，视觉判断只能引用目标店逐图证据。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product_display：分别覆盖前三重点品类，并用补充品类交叉验证产品卖点、动作、常见搭配、廓形、设计细节、材质纹理和图片位互补。不得按position顺序猜正背面。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store_visual_audit：覆盖拍摄布景、拍摄风格、光线、构图、图文叠加和可见模特画像；模特只记录人数、面部可见性、发型、妆容、表情和视线。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competitive_gap：分别写Princess Polly、Motel Rocks、PrettyLittleThing，至少每家一条独立结论；支持图或代表图必须属于该品牌。全量标签分布是统计分母，高清图只复核典型与边界。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visual_upgrade：只根据前四章已验证结论提出升级方向，并复用其有效图片ID；每条建议要说明对应问题、证据和预期视觉改进，不得杜撰新观察。</a:t>
            </a:r>
          </a:p>
        </p:txBody>
      </p:sp>
      <p:sp>
        <p:nvSpPr>
          <p:cNvPr id="8" name="cod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E8480E1E-6E86-4D9F-9EAC-921FC41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C76390ED-0EE1-4886-B9A7-CD45F9E8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执行摘要Prompt（生产原文）</a:t>
            </a:r>
          </a:p>
        </p:txBody>
      </p:sp>
      <p:sp>
        <p:nvSpPr>
          <p:cNvPr id="10" name="code-body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8E8A9D40-44FC-4726-9DC8-B6D8693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根据五个已验证章节写2至4条中文执行摘要。不得增加新事实或图片ID。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SECTIONS={五个已完成section JSON}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05108146-396C-4155-9D0B-22D194D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D003BB1-B0D3-4A86-AD3B-35C905AB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36766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9CAD054-FE2D-4CC7-AD20-F5023B7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6347FD-9503-4D5A-8E92-0007CC85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附录A9/9：单章修订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D7AED5-BAA7-44DD-B740-C7E79877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94EE0C-9F59-4E16-BD2B-88786CC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CAB6A00-75D0-45C4-97EE-446C72ED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5273D962-5B18-49D1-9D9C-D452B728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93CC4D7-A323-455D-B9B8-9CEF74A1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2E3D7340-EFA1-42BC-84F0-6D225C1D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4C8EC4-D1E5-4E95-955C-363CC6FD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F66DEAC-4E65-4548-A11F-A5E4E8EF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117A547-51C2-441E-811C-E9A1DE2F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4885490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A6FA038-AFC1-4EFD-8307-67D5BD4E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3BDDAF5-52EF-4C68-BC80-0A3EF0A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下一步，哪些投入值得做？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2CDF2D-0D71-4960-8DF0-E11BD39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FC4D7E-E88A-4614-812E-47D4AF0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竞品覆盖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3B4BAA-AE92-481F-B702-FFA88ABA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是否补齐三家竞品DRESSES、BLOUSES等品类的12维标签，再扩展同品类比较？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55ECB9F0-89AE-4ECF-8B9B-511C3442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7F3227-6A8B-4664-8569-4A834F6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17FADD-B53C-491B-9B7F-25FE629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148D88-C18D-4AD8-A584-ED9AF293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固定抽样是否足够，还是应根据品类规模、视觉差异和结论风险动态扩样？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581F822-D1A0-4432-92C9-CA055A5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651BAE-C1AF-48DF-A12E-A81DDB4A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432ADD-7F8E-41E9-8D87-F6B92E2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D21182-006C-47EB-9094-934333C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PDF止于结论，还是继续连接拍摄brief、图序规范与选图验收？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794D0C9-4685-4D53-982B-69D3A14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4C4669-5DC9-4308-B1B5-F68B2976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400C34-9D56-41D8-8AD5-C64EB71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1D241E-7E1E-4B56-8FF7-702D825C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如何把视觉规范版本与后续点击、转化或退货指标连接，形成可回看实验？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E4E4CB-BEC3-4CBD-8FF1-4CF03379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820285-AABD-4A31-821A-8ACA4A1B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3634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2026-08-27T15:57:11.8530000Z</dcterms:created>
  <dcterms:modified xsi:type="dcterms:W3CDTF">2026-08-27T15:57:11.8530000Z</dcterms:modified>
</coreProperties>
</file>